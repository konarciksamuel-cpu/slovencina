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xxg1TlWcNm8l4zZVDnr6dXmlT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1"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612647" y="1143000"/>
            <a:ext cx="8683753" cy="3095149"/>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8"/>
          <p:cNvSpPr txBox="1"/>
          <p:nvPr>
            <p:ph idx="1" type="subTitle"/>
          </p:nvPr>
        </p:nvSpPr>
        <p:spPr>
          <a:xfrm>
            <a:off x="612647" y="4498848"/>
            <a:ext cx="6881457" cy="1014984"/>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1800"/>
              <a:buNone/>
              <a:defRPr sz="1800"/>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4" name="Google Shape;14;p18"/>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0" type="dt"/>
          </p:nvPr>
        </p:nvSpPr>
        <p:spPr>
          <a:xfrm>
            <a:off x="8221509" y="6343955"/>
            <a:ext cx="28750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sah"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9"/>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p:cSld name="Title with Picture">
    <p:spTree>
      <p:nvGrpSpPr>
        <p:cNvPr id="23" name="Shape 23"/>
        <p:cNvGrpSpPr/>
        <p:nvPr/>
      </p:nvGrpSpPr>
      <p:grpSpPr>
        <a:xfrm>
          <a:off x="0" y="0"/>
          <a:ext cx="0" cy="0"/>
          <a:chOff x="0" y="0"/>
          <a:chExt cx="0" cy="0"/>
        </a:xfrm>
      </p:grpSpPr>
      <p:sp>
        <p:nvSpPr>
          <p:cNvPr id="24" name="Google Shape;24;p20"/>
          <p:cNvSpPr txBox="1"/>
          <p:nvPr>
            <p:ph type="ctrTitle"/>
          </p:nvPr>
        </p:nvSpPr>
        <p:spPr>
          <a:xfrm>
            <a:off x="56642" y="97104"/>
            <a:ext cx="4134357" cy="3331896"/>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 type="subTitle"/>
          </p:nvPr>
        </p:nvSpPr>
        <p:spPr>
          <a:xfrm>
            <a:off x="612648" y="4492488"/>
            <a:ext cx="3349751" cy="1411356"/>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dk1"/>
              </a:buClr>
              <a:buSzPts val="1600"/>
              <a:buNone/>
              <a:defRPr sz="1600"/>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26" name="Google Shape;26;p20"/>
          <p:cNvPicPr preferRelativeResize="0"/>
          <p:nvPr>
            <p:ph idx="2" type="pic"/>
          </p:nvPr>
        </p:nvPicPr>
        <p:blipFill/>
        <p:spPr>
          <a:xfrm>
            <a:off x="4373880" y="0"/>
            <a:ext cx="7818120" cy="6858000"/>
          </a:xfrm>
          <a:prstGeom prst="rect">
            <a:avLst/>
          </a:prstGeom>
          <a:blipFill rotWithShape="1">
            <a:blip r:embed="rId2">
              <a:alphaModFix amt="60000"/>
            </a:blip>
            <a:stretch>
              <a:fillRect b="0" l="0" r="0" t="0"/>
            </a:stretch>
          </a:blipFill>
          <a:ln>
            <a:noFill/>
          </a:ln>
        </p:spPr>
      </p:pic>
      <p:sp>
        <p:nvSpPr>
          <p:cNvPr id="27" name="Google Shape;27;p20"/>
          <p:cNvSpPr txBox="1"/>
          <p:nvPr>
            <p:ph idx="11" type="ftr"/>
          </p:nvPr>
        </p:nvSpPr>
        <p:spPr>
          <a:xfrm>
            <a:off x="56644" y="6338703"/>
            <a:ext cx="21966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0" type="dt"/>
          </p:nvPr>
        </p:nvSpPr>
        <p:spPr>
          <a:xfrm>
            <a:off x="2383669" y="6338703"/>
            <a:ext cx="139257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0"/>
          <p:cNvSpPr txBox="1"/>
          <p:nvPr>
            <p:ph idx="12" type="sldNum"/>
          </p:nvPr>
        </p:nvSpPr>
        <p:spPr>
          <a:xfrm>
            <a:off x="3776247" y="6342301"/>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p:cSld name="Title with Picture 2">
    <p:spTree>
      <p:nvGrpSpPr>
        <p:cNvPr id="30" name="Shape 30"/>
        <p:cNvGrpSpPr/>
        <p:nvPr/>
      </p:nvGrpSpPr>
      <p:grpSpPr>
        <a:xfrm>
          <a:off x="0" y="0"/>
          <a:ext cx="0" cy="0"/>
          <a:chOff x="0" y="0"/>
          <a:chExt cx="0" cy="0"/>
        </a:xfrm>
      </p:grpSpPr>
      <p:sp>
        <p:nvSpPr>
          <p:cNvPr id="31" name="Google Shape;31;p21"/>
          <p:cNvSpPr txBox="1"/>
          <p:nvPr>
            <p:ph type="ctrTitle"/>
          </p:nvPr>
        </p:nvSpPr>
        <p:spPr>
          <a:xfrm>
            <a:off x="7846390" y="1411358"/>
            <a:ext cx="3888410" cy="2845567"/>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1"/>
          <p:cNvSpPr txBox="1"/>
          <p:nvPr>
            <p:ph idx="1" type="subTitle"/>
          </p:nvPr>
        </p:nvSpPr>
        <p:spPr>
          <a:xfrm>
            <a:off x="7846388" y="4403039"/>
            <a:ext cx="3888410" cy="112312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1600"/>
              <a:buNone/>
              <a:defRPr sz="1600"/>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33" name="Google Shape;33;p21"/>
          <p:cNvPicPr preferRelativeResize="0"/>
          <p:nvPr>
            <p:ph idx="2" type="pic"/>
          </p:nvPr>
        </p:nvPicPr>
        <p:blipFill/>
        <p:spPr>
          <a:xfrm>
            <a:off x="1" y="0"/>
            <a:ext cx="7424272" cy="6858000"/>
          </a:xfrm>
          <a:prstGeom prst="rect">
            <a:avLst/>
          </a:prstGeom>
          <a:blipFill rotWithShape="1">
            <a:blip r:embed="rId2">
              <a:alphaModFix amt="60000"/>
            </a:blip>
            <a:stretch>
              <a:fillRect b="0" l="0" r="0" t="0"/>
            </a:stretch>
          </a:blipFill>
          <a:ln>
            <a:noFill/>
          </a:ln>
        </p:spPr>
      </p:pic>
      <p:sp>
        <p:nvSpPr>
          <p:cNvPr id="34" name="Google Shape;34;p21"/>
          <p:cNvSpPr txBox="1"/>
          <p:nvPr>
            <p:ph idx="11" type="ftr"/>
          </p:nvPr>
        </p:nvSpPr>
        <p:spPr>
          <a:xfrm>
            <a:off x="7846388" y="6343955"/>
            <a:ext cx="210048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0" type="dt"/>
          </p:nvPr>
        </p:nvSpPr>
        <p:spPr>
          <a:xfrm>
            <a:off x="9767853" y="6343955"/>
            <a:ext cx="147516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1"/>
          <p:cNvSpPr txBox="1"/>
          <p:nvPr>
            <p:ph idx="12" type="sldNum"/>
          </p:nvPr>
        </p:nvSpPr>
        <p:spPr>
          <a:xfrm>
            <a:off x="1129606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lavička sekcie">
  <p:cSld name="Hlavička sekcie">
    <p:bg>
      <p:bgPr>
        <a:solidFill>
          <a:schemeClr val="dk1"/>
        </a:solidFill>
      </p:bgPr>
    </p:bg>
    <p:spTree>
      <p:nvGrpSpPr>
        <p:cNvPr id="37" name="Shape 37"/>
        <p:cNvGrpSpPr/>
        <p:nvPr/>
      </p:nvGrpSpPr>
      <p:grpSpPr>
        <a:xfrm>
          <a:off x="0" y="0"/>
          <a:ext cx="0" cy="0"/>
          <a:chOff x="0" y="0"/>
          <a:chExt cx="0" cy="0"/>
        </a:xfrm>
      </p:grpSpPr>
      <p:sp>
        <p:nvSpPr>
          <p:cNvPr id="38" name="Google Shape;38;p22"/>
          <p:cNvSpPr txBox="1"/>
          <p:nvPr>
            <p:ph type="title"/>
          </p:nvPr>
        </p:nvSpPr>
        <p:spPr>
          <a:xfrm>
            <a:off x="111758" y="1869103"/>
            <a:ext cx="9337042" cy="4906929"/>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lt1"/>
              </a:buClr>
              <a:buSzPts val="7400"/>
              <a:buFont typeface="Arial"/>
              <a:buNone/>
              <a:defRPr sz="7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2"/>
          <p:cNvSpPr txBox="1"/>
          <p:nvPr>
            <p:ph idx="11" type="ftr"/>
          </p:nvPr>
        </p:nvSpPr>
        <p:spPr>
          <a:xfrm>
            <a:off x="612647" y="137388"/>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2"/>
          <p:cNvSpPr txBox="1"/>
          <p:nvPr>
            <p:ph idx="10" type="dt"/>
          </p:nvPr>
        </p:nvSpPr>
        <p:spPr>
          <a:xfrm>
            <a:off x="8893929" y="137388"/>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2"/>
          <p:cNvSpPr txBox="1"/>
          <p:nvPr>
            <p:ph idx="12" type="sldNum"/>
          </p:nvPr>
        </p:nvSpPr>
        <p:spPr>
          <a:xfrm>
            <a:off x="11147096" y="137388"/>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2" name="Shape 42"/>
        <p:cNvGrpSpPr/>
        <p:nvPr/>
      </p:nvGrpSpPr>
      <p:grpSpPr>
        <a:xfrm>
          <a:off x="0" y="0"/>
          <a:ext cx="0" cy="0"/>
          <a:chOff x="0" y="0"/>
          <a:chExt cx="0" cy="0"/>
        </a:xfrm>
      </p:grpSpPr>
      <p:sp>
        <p:nvSpPr>
          <p:cNvPr id="43" name="Google Shape;43;p23"/>
          <p:cNvSpPr txBox="1"/>
          <p:nvPr>
            <p:ph type="title"/>
          </p:nvPr>
        </p:nvSpPr>
        <p:spPr>
          <a:xfrm>
            <a:off x="65111" y="105196"/>
            <a:ext cx="9023561" cy="2113392"/>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3"/>
          <p:cNvSpPr txBox="1"/>
          <p:nvPr>
            <p:ph idx="1" type="body"/>
          </p:nvPr>
        </p:nvSpPr>
        <p:spPr>
          <a:xfrm>
            <a:off x="612647" y="2484255"/>
            <a:ext cx="8467558" cy="353951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Font typeface="Arial"/>
              <a:buAutoNum type="arabicPeriod"/>
              <a:defRPr sz="1800"/>
            </a:lvl1pPr>
            <a:lvl2pPr indent="-330200" lvl="1" marL="914400" algn="l">
              <a:lnSpc>
                <a:spcPct val="120000"/>
              </a:lnSpc>
              <a:spcBef>
                <a:spcPts val="500"/>
              </a:spcBef>
              <a:spcAft>
                <a:spcPts val="0"/>
              </a:spcAft>
              <a:buClr>
                <a:schemeClr val="dk1"/>
              </a:buClr>
              <a:buSzPts val="1600"/>
              <a:buFont typeface="Arial"/>
              <a:buAutoNum type="arabicPeriod"/>
              <a:defRPr sz="1600"/>
            </a:lvl2pPr>
            <a:lvl3pPr indent="-317500" lvl="2" marL="1371600" algn="l">
              <a:lnSpc>
                <a:spcPct val="120000"/>
              </a:lnSpc>
              <a:spcBef>
                <a:spcPts val="500"/>
              </a:spcBef>
              <a:spcAft>
                <a:spcPts val="0"/>
              </a:spcAft>
              <a:buClr>
                <a:schemeClr val="dk1"/>
              </a:buClr>
              <a:buSzPts val="1400"/>
              <a:buFont typeface="Arial"/>
              <a:buAutoNum type="arabicPeriod"/>
              <a:defRPr sz="1400"/>
            </a:lvl3pPr>
            <a:lvl4pPr indent="-317500" lvl="3" marL="1828800" algn="l">
              <a:lnSpc>
                <a:spcPct val="120000"/>
              </a:lnSpc>
              <a:spcBef>
                <a:spcPts val="500"/>
              </a:spcBef>
              <a:spcAft>
                <a:spcPts val="0"/>
              </a:spcAft>
              <a:buClr>
                <a:schemeClr val="dk1"/>
              </a:buClr>
              <a:buSzPts val="1400"/>
              <a:buFont typeface="Arial"/>
              <a:buAutoNum type="arabicPeriod"/>
              <a:defRPr sz="1400"/>
            </a:lvl4pPr>
            <a:lvl5pPr indent="-317500" lvl="4" marL="2286000" algn="l">
              <a:lnSpc>
                <a:spcPct val="120000"/>
              </a:lnSpc>
              <a:spcBef>
                <a:spcPts val="500"/>
              </a:spcBef>
              <a:spcAft>
                <a:spcPts val="0"/>
              </a:spcAft>
              <a:buClr>
                <a:schemeClr val="dk1"/>
              </a:buClr>
              <a:buSzPts val="1400"/>
              <a:buFont typeface="Arial"/>
              <a:buAutoNum type="arabicPeriod"/>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3"/>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3"/>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p:cSld name="Agenda with Picture">
    <p:spTree>
      <p:nvGrpSpPr>
        <p:cNvPr id="48" name="Shape 48"/>
        <p:cNvGrpSpPr/>
        <p:nvPr/>
      </p:nvGrpSpPr>
      <p:grpSpPr>
        <a:xfrm>
          <a:off x="0" y="0"/>
          <a:ext cx="0" cy="0"/>
          <a:chOff x="0" y="0"/>
          <a:chExt cx="0" cy="0"/>
        </a:xfrm>
      </p:grpSpPr>
      <p:sp>
        <p:nvSpPr>
          <p:cNvPr id="49" name="Google Shape;49;p24"/>
          <p:cNvSpPr txBox="1"/>
          <p:nvPr>
            <p:ph type="title"/>
          </p:nvPr>
        </p:nvSpPr>
        <p:spPr>
          <a:xfrm>
            <a:off x="4641011" y="73742"/>
            <a:ext cx="6863496" cy="2220726"/>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0" name="Google Shape;50;p24"/>
          <p:cNvPicPr preferRelativeResize="0"/>
          <p:nvPr>
            <p:ph idx="2" type="pic"/>
          </p:nvPr>
        </p:nvPicPr>
        <p:blipFill/>
        <p:spPr>
          <a:xfrm>
            <a:off x="1" y="0"/>
            <a:ext cx="4565591" cy="6858000"/>
          </a:xfrm>
          <a:prstGeom prst="rect">
            <a:avLst/>
          </a:prstGeom>
          <a:blipFill rotWithShape="1">
            <a:blip r:embed="rId2">
              <a:alphaModFix amt="60000"/>
            </a:blip>
            <a:stretch>
              <a:fillRect b="0" l="0" r="0" t="0"/>
            </a:stretch>
          </a:blipFill>
          <a:ln>
            <a:noFill/>
          </a:ln>
        </p:spPr>
      </p:pic>
      <p:sp>
        <p:nvSpPr>
          <p:cNvPr id="51" name="Google Shape;51;p24"/>
          <p:cNvSpPr txBox="1"/>
          <p:nvPr>
            <p:ph idx="1" type="body"/>
          </p:nvPr>
        </p:nvSpPr>
        <p:spPr>
          <a:xfrm>
            <a:off x="5588000" y="2726267"/>
            <a:ext cx="5916507" cy="3436789"/>
          </a:xfrm>
          <a:prstGeom prst="rect">
            <a:avLst/>
          </a:prstGeom>
          <a:noFill/>
          <a:ln>
            <a:noFill/>
          </a:ln>
        </p:spPr>
        <p:txBody>
          <a:bodyPr anchorCtr="0" anchor="t" bIns="45700" lIns="91425" spcFirstLastPara="1" rIns="91425" wrap="square" tIns="45700">
            <a:normAutofit/>
          </a:bodyPr>
          <a:lstStyle>
            <a:lvl1pPr indent="-355600" lvl="0" marL="457200" algn="l">
              <a:lnSpc>
                <a:spcPct val="120000"/>
              </a:lnSpc>
              <a:spcBef>
                <a:spcPts val="1000"/>
              </a:spcBef>
              <a:spcAft>
                <a:spcPts val="0"/>
              </a:spcAft>
              <a:buClr>
                <a:schemeClr val="dk1"/>
              </a:buClr>
              <a:buSzPts val="2000"/>
              <a:buFont typeface="Arial"/>
              <a:buAutoNum type="arabicPeriod"/>
              <a:defRPr sz="2000"/>
            </a:lvl1pPr>
            <a:lvl2pPr indent="-342900" lvl="1" marL="914400" algn="l">
              <a:lnSpc>
                <a:spcPct val="120000"/>
              </a:lnSpc>
              <a:spcBef>
                <a:spcPts val="500"/>
              </a:spcBef>
              <a:spcAft>
                <a:spcPts val="0"/>
              </a:spcAft>
              <a:buClr>
                <a:schemeClr val="dk1"/>
              </a:buClr>
              <a:buSzPts val="1800"/>
              <a:buFont typeface="Arial"/>
              <a:buAutoNum type="arabicPeriod"/>
              <a:defRPr sz="1800"/>
            </a:lvl2pPr>
            <a:lvl3pPr indent="-330200" lvl="2" marL="1371600" algn="l">
              <a:lnSpc>
                <a:spcPct val="120000"/>
              </a:lnSpc>
              <a:spcBef>
                <a:spcPts val="500"/>
              </a:spcBef>
              <a:spcAft>
                <a:spcPts val="0"/>
              </a:spcAft>
              <a:buClr>
                <a:schemeClr val="dk1"/>
              </a:buClr>
              <a:buSzPts val="1600"/>
              <a:buFont typeface="Arial"/>
              <a:buAutoNum type="arabicPeriod"/>
              <a:defRPr sz="1600"/>
            </a:lvl3pPr>
            <a:lvl4pPr indent="-317500" lvl="3" marL="1828800" algn="l">
              <a:lnSpc>
                <a:spcPct val="120000"/>
              </a:lnSpc>
              <a:spcBef>
                <a:spcPts val="500"/>
              </a:spcBef>
              <a:spcAft>
                <a:spcPts val="0"/>
              </a:spcAft>
              <a:buClr>
                <a:schemeClr val="dk1"/>
              </a:buClr>
              <a:buSzPts val="1400"/>
              <a:buFont typeface="Arial"/>
              <a:buAutoNum type="arabicPeriod"/>
              <a:defRPr sz="1400"/>
            </a:lvl4pPr>
            <a:lvl5pPr indent="-317500" lvl="4" marL="2286000" algn="l">
              <a:lnSpc>
                <a:spcPct val="120000"/>
              </a:lnSpc>
              <a:spcBef>
                <a:spcPts val="500"/>
              </a:spcBef>
              <a:spcAft>
                <a:spcPts val="0"/>
              </a:spcAft>
              <a:buClr>
                <a:schemeClr val="dk1"/>
              </a:buClr>
              <a:buSzPts val="1400"/>
              <a:buFont typeface="Arial"/>
              <a:buAutoNum type="arabicPeriod"/>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4"/>
          <p:cNvSpPr txBox="1"/>
          <p:nvPr>
            <p:ph idx="11" type="ftr"/>
          </p:nvPr>
        </p:nvSpPr>
        <p:spPr>
          <a:xfrm>
            <a:off x="5588000" y="6343955"/>
            <a:ext cx="2985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0" type="dt"/>
          </p:nvPr>
        </p:nvSpPr>
        <p:spPr>
          <a:xfrm>
            <a:off x="9535886" y="6343955"/>
            <a:ext cx="15531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4"/>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55" name="Shape 55"/>
        <p:cNvGrpSpPr/>
        <p:nvPr/>
      </p:nvGrpSpPr>
      <p:grpSpPr>
        <a:xfrm>
          <a:off x="0" y="0"/>
          <a:ext cx="0" cy="0"/>
          <a:chOff x="0" y="0"/>
          <a:chExt cx="0" cy="0"/>
        </a:xfrm>
      </p:grpSpPr>
      <p:sp>
        <p:nvSpPr>
          <p:cNvPr id="56" name="Google Shape;56;p25"/>
          <p:cNvSpPr txBox="1"/>
          <p:nvPr>
            <p:ph type="title"/>
          </p:nvPr>
        </p:nvSpPr>
        <p:spPr>
          <a:xfrm>
            <a:off x="614678" y="1388700"/>
            <a:ext cx="3923455" cy="4083580"/>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5"/>
          <p:cNvSpPr txBox="1"/>
          <p:nvPr>
            <p:ph idx="1" type="body"/>
          </p:nvPr>
        </p:nvSpPr>
        <p:spPr>
          <a:xfrm>
            <a:off x="5156011" y="1389134"/>
            <a:ext cx="6045390" cy="408357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5"/>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61" name="Shape 61"/>
        <p:cNvGrpSpPr/>
        <p:nvPr/>
      </p:nvGrpSpPr>
      <p:grpSpPr>
        <a:xfrm>
          <a:off x="0" y="0"/>
          <a:ext cx="0" cy="0"/>
          <a:chOff x="0" y="0"/>
          <a:chExt cx="0" cy="0"/>
        </a:xfrm>
      </p:grpSpPr>
      <p:sp>
        <p:nvSpPr>
          <p:cNvPr id="62" name="Google Shape;62;p26"/>
          <p:cNvSpPr txBox="1"/>
          <p:nvPr>
            <p:ph type="title"/>
          </p:nvPr>
        </p:nvSpPr>
        <p:spPr>
          <a:xfrm>
            <a:off x="612646" y="707549"/>
            <a:ext cx="3349754" cy="2721451"/>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500"/>
              <a:buFont typeface="Arial"/>
              <a:buNone/>
              <a:defRPr sz="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txBox="1"/>
          <p:nvPr>
            <p:ph idx="1" type="body"/>
          </p:nvPr>
        </p:nvSpPr>
        <p:spPr>
          <a:xfrm>
            <a:off x="4648200" y="708184"/>
            <a:ext cx="6928103" cy="551481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6"/>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6"/>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67" name="Shape 67"/>
        <p:cNvGrpSpPr/>
        <p:nvPr/>
      </p:nvGrpSpPr>
      <p:grpSpPr>
        <a:xfrm>
          <a:off x="0" y="0"/>
          <a:ext cx="0" cy="0"/>
          <a:chOff x="0" y="0"/>
          <a:chExt cx="0" cy="0"/>
        </a:xfrm>
      </p:grpSpPr>
      <p:sp>
        <p:nvSpPr>
          <p:cNvPr id="68" name="Google Shape;68;p27"/>
          <p:cNvSpPr txBox="1"/>
          <p:nvPr>
            <p:ph type="title"/>
          </p:nvPr>
        </p:nvSpPr>
        <p:spPr>
          <a:xfrm>
            <a:off x="5156011" y="612648"/>
            <a:ext cx="6426389" cy="1143000"/>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9" name="Google Shape;69;p27"/>
          <p:cNvPicPr preferRelativeResize="0"/>
          <p:nvPr>
            <p:ph idx="2" type="pic"/>
          </p:nvPr>
        </p:nvPicPr>
        <p:blipFill/>
        <p:spPr>
          <a:xfrm>
            <a:off x="0" y="1"/>
            <a:ext cx="4560454" cy="6858000"/>
          </a:xfrm>
          <a:prstGeom prst="rect">
            <a:avLst/>
          </a:prstGeom>
          <a:blipFill rotWithShape="1">
            <a:blip r:embed="rId2">
              <a:alphaModFix amt="60000"/>
            </a:blip>
            <a:stretch>
              <a:fillRect b="0" l="0" r="0" t="0"/>
            </a:stretch>
          </a:blipFill>
          <a:ln>
            <a:noFill/>
          </a:ln>
        </p:spPr>
      </p:pic>
      <p:sp>
        <p:nvSpPr>
          <p:cNvPr id="70" name="Google Shape;70;p27"/>
          <p:cNvSpPr txBox="1"/>
          <p:nvPr>
            <p:ph idx="1" type="body"/>
          </p:nvPr>
        </p:nvSpPr>
        <p:spPr>
          <a:xfrm>
            <a:off x="5157368" y="1978488"/>
            <a:ext cx="6418935" cy="428558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1" type="ftr"/>
          </p:nvPr>
        </p:nvSpPr>
        <p:spPr>
          <a:xfrm>
            <a:off x="5156010" y="6343955"/>
            <a:ext cx="33649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0" type="dt"/>
          </p:nvPr>
        </p:nvSpPr>
        <p:spPr>
          <a:xfrm>
            <a:off x="9030713" y="6343955"/>
            <a:ext cx="206080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p:cSld name="Content with Picture 2">
    <p:spTree>
      <p:nvGrpSpPr>
        <p:cNvPr id="74" name="Shape 74"/>
        <p:cNvGrpSpPr/>
        <p:nvPr/>
      </p:nvGrpSpPr>
      <p:grpSpPr>
        <a:xfrm>
          <a:off x="0" y="0"/>
          <a:ext cx="0" cy="0"/>
          <a:chOff x="0" y="0"/>
          <a:chExt cx="0" cy="0"/>
        </a:xfrm>
      </p:grpSpPr>
      <p:sp>
        <p:nvSpPr>
          <p:cNvPr id="75" name="Google Shape;75;p28"/>
          <p:cNvSpPr txBox="1"/>
          <p:nvPr>
            <p:ph type="title"/>
          </p:nvPr>
        </p:nvSpPr>
        <p:spPr>
          <a:xfrm>
            <a:off x="4632168" y="474177"/>
            <a:ext cx="6950232" cy="932688"/>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6" name="Google Shape;76;p28"/>
          <p:cNvPicPr preferRelativeResize="0"/>
          <p:nvPr>
            <p:ph idx="2" type="pic"/>
          </p:nvPr>
        </p:nvPicPr>
        <p:blipFill/>
        <p:spPr>
          <a:xfrm>
            <a:off x="0" y="1"/>
            <a:ext cx="4023360" cy="6858000"/>
          </a:xfrm>
          <a:prstGeom prst="rect">
            <a:avLst/>
          </a:prstGeom>
          <a:blipFill rotWithShape="1">
            <a:blip r:embed="rId2">
              <a:alphaModFix amt="60000"/>
            </a:blip>
            <a:stretch>
              <a:fillRect b="0" l="0" r="0" t="0"/>
            </a:stretch>
          </a:blipFill>
          <a:ln>
            <a:noFill/>
          </a:ln>
        </p:spPr>
      </p:pic>
      <p:sp>
        <p:nvSpPr>
          <p:cNvPr id="77" name="Google Shape;77;p28"/>
          <p:cNvSpPr txBox="1"/>
          <p:nvPr>
            <p:ph idx="1" type="body"/>
          </p:nvPr>
        </p:nvSpPr>
        <p:spPr>
          <a:xfrm>
            <a:off x="4632168" y="1627632"/>
            <a:ext cx="6950232" cy="46862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8"/>
          <p:cNvSpPr txBox="1"/>
          <p:nvPr>
            <p:ph idx="11" type="ftr"/>
          </p:nvPr>
        </p:nvSpPr>
        <p:spPr>
          <a:xfrm>
            <a:off x="4632168" y="6343955"/>
            <a:ext cx="342290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0" type="dt"/>
          </p:nvPr>
        </p:nvSpPr>
        <p:spPr>
          <a:xfrm>
            <a:off x="8945699" y="6343955"/>
            <a:ext cx="21508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8"/>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p:cSld name="Content with Picture 3">
    <p:spTree>
      <p:nvGrpSpPr>
        <p:cNvPr id="81" name="Shape 81"/>
        <p:cNvGrpSpPr/>
        <p:nvPr/>
      </p:nvGrpSpPr>
      <p:grpSpPr>
        <a:xfrm>
          <a:off x="0" y="0"/>
          <a:ext cx="0" cy="0"/>
          <a:chOff x="0" y="0"/>
          <a:chExt cx="0" cy="0"/>
        </a:xfrm>
      </p:grpSpPr>
      <p:sp>
        <p:nvSpPr>
          <p:cNvPr id="82" name="Google Shape;82;p29"/>
          <p:cNvSpPr txBox="1"/>
          <p:nvPr>
            <p:ph type="title"/>
          </p:nvPr>
        </p:nvSpPr>
        <p:spPr>
          <a:xfrm>
            <a:off x="612647" y="475488"/>
            <a:ext cx="6858000" cy="932688"/>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9"/>
          <p:cNvSpPr txBox="1"/>
          <p:nvPr>
            <p:ph idx="1" type="body"/>
          </p:nvPr>
        </p:nvSpPr>
        <p:spPr>
          <a:xfrm>
            <a:off x="612647" y="1627632"/>
            <a:ext cx="6858000" cy="453537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9"/>
          <p:cNvSpPr txBox="1"/>
          <p:nvPr>
            <p:ph idx="11" type="ftr"/>
          </p:nvPr>
        </p:nvSpPr>
        <p:spPr>
          <a:xfrm>
            <a:off x="612647" y="6346870"/>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0" type="dt"/>
          </p:nvPr>
        </p:nvSpPr>
        <p:spPr>
          <a:xfrm>
            <a:off x="4115853" y="6346870"/>
            <a:ext cx="292558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7041440" y="6346870"/>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pic>
        <p:nvPicPr>
          <p:cNvPr id="87" name="Google Shape;87;p29"/>
          <p:cNvPicPr preferRelativeResize="0"/>
          <p:nvPr>
            <p:ph idx="2" type="pic"/>
          </p:nvPr>
        </p:nvPicPr>
        <p:blipFill/>
        <p:spPr>
          <a:xfrm>
            <a:off x="8091732" y="0"/>
            <a:ext cx="4100267" cy="6858000"/>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p:cSld name="Content with Picture 4">
    <p:spTree>
      <p:nvGrpSpPr>
        <p:cNvPr id="88" name="Shape 88"/>
        <p:cNvGrpSpPr/>
        <p:nvPr/>
      </p:nvGrpSpPr>
      <p:grpSpPr>
        <a:xfrm>
          <a:off x="0" y="0"/>
          <a:ext cx="0" cy="0"/>
          <a:chOff x="0" y="0"/>
          <a:chExt cx="0" cy="0"/>
        </a:xfrm>
      </p:grpSpPr>
      <p:sp>
        <p:nvSpPr>
          <p:cNvPr id="89" name="Google Shape;89;p30"/>
          <p:cNvSpPr txBox="1"/>
          <p:nvPr>
            <p:ph type="title"/>
          </p:nvPr>
        </p:nvSpPr>
        <p:spPr>
          <a:xfrm>
            <a:off x="612649" y="420623"/>
            <a:ext cx="4494189" cy="1325880"/>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0"/>
          <p:cNvSpPr txBox="1"/>
          <p:nvPr>
            <p:ph idx="1" type="body"/>
          </p:nvPr>
        </p:nvSpPr>
        <p:spPr>
          <a:xfrm>
            <a:off x="612775" y="1975104"/>
            <a:ext cx="4494063" cy="415695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0"/>
          <p:cNvSpPr txBox="1"/>
          <p:nvPr>
            <p:ph idx="11" type="ftr"/>
          </p:nvPr>
        </p:nvSpPr>
        <p:spPr>
          <a:xfrm>
            <a:off x="612776" y="6343955"/>
            <a:ext cx="20986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0"/>
          <p:cNvSpPr txBox="1"/>
          <p:nvPr>
            <p:ph idx="10" type="dt"/>
          </p:nvPr>
        </p:nvSpPr>
        <p:spPr>
          <a:xfrm>
            <a:off x="3213651" y="6343955"/>
            <a:ext cx="157303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0"/>
          <p:cNvSpPr txBox="1"/>
          <p:nvPr>
            <p:ph idx="12" type="sldNum"/>
          </p:nvPr>
        </p:nvSpPr>
        <p:spPr>
          <a:xfrm>
            <a:off x="4796658"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dk1"/>
                </a:solidFill>
                <a:latin typeface="Arial"/>
                <a:ea typeface="Arial"/>
                <a:cs typeface="Arial"/>
                <a:sym typeface="Arial"/>
              </a:defRPr>
            </a:lvl1pPr>
            <a:lvl2pPr indent="0" lvl="1" marL="0" algn="r">
              <a:spcBef>
                <a:spcPts val="0"/>
              </a:spcBef>
              <a:buNone/>
              <a:defRPr b="0" i="0" sz="800" u="none" cap="none" strike="noStrike">
                <a:solidFill>
                  <a:schemeClr val="dk1"/>
                </a:solidFill>
                <a:latin typeface="Arial"/>
                <a:ea typeface="Arial"/>
                <a:cs typeface="Arial"/>
                <a:sym typeface="Arial"/>
              </a:defRPr>
            </a:lvl2pPr>
            <a:lvl3pPr indent="0" lvl="2" marL="0" algn="r">
              <a:spcBef>
                <a:spcPts val="0"/>
              </a:spcBef>
              <a:buNone/>
              <a:defRPr b="0" i="0" sz="800" u="none" cap="none" strike="noStrike">
                <a:solidFill>
                  <a:schemeClr val="dk1"/>
                </a:solidFill>
                <a:latin typeface="Arial"/>
                <a:ea typeface="Arial"/>
                <a:cs typeface="Arial"/>
                <a:sym typeface="Arial"/>
              </a:defRPr>
            </a:lvl3pPr>
            <a:lvl4pPr indent="0" lvl="3" marL="0" algn="r">
              <a:spcBef>
                <a:spcPts val="0"/>
              </a:spcBef>
              <a:buNone/>
              <a:defRPr b="0" i="0" sz="800" u="none" cap="none" strike="noStrike">
                <a:solidFill>
                  <a:schemeClr val="dk1"/>
                </a:solidFill>
                <a:latin typeface="Arial"/>
                <a:ea typeface="Arial"/>
                <a:cs typeface="Arial"/>
                <a:sym typeface="Arial"/>
              </a:defRPr>
            </a:lvl4pPr>
            <a:lvl5pPr indent="0" lvl="4" marL="0" algn="r">
              <a:spcBef>
                <a:spcPts val="0"/>
              </a:spcBef>
              <a:buNone/>
              <a:defRPr b="0" i="0" sz="800" u="none" cap="none" strike="noStrike">
                <a:solidFill>
                  <a:schemeClr val="dk1"/>
                </a:solidFill>
                <a:latin typeface="Arial"/>
                <a:ea typeface="Arial"/>
                <a:cs typeface="Arial"/>
                <a:sym typeface="Arial"/>
              </a:defRPr>
            </a:lvl5pPr>
            <a:lvl6pPr indent="0" lvl="5" marL="0" algn="r">
              <a:spcBef>
                <a:spcPts val="0"/>
              </a:spcBef>
              <a:buNone/>
              <a:defRPr b="0" i="0" sz="800" u="none" cap="none" strike="noStrike">
                <a:solidFill>
                  <a:schemeClr val="dk1"/>
                </a:solidFill>
                <a:latin typeface="Arial"/>
                <a:ea typeface="Arial"/>
                <a:cs typeface="Arial"/>
                <a:sym typeface="Arial"/>
              </a:defRPr>
            </a:lvl6pPr>
            <a:lvl7pPr indent="0" lvl="6" marL="0" algn="r">
              <a:spcBef>
                <a:spcPts val="0"/>
              </a:spcBef>
              <a:buNone/>
              <a:defRPr b="0" i="0" sz="800" u="none" cap="none" strike="noStrike">
                <a:solidFill>
                  <a:schemeClr val="dk1"/>
                </a:solidFill>
                <a:latin typeface="Arial"/>
                <a:ea typeface="Arial"/>
                <a:cs typeface="Arial"/>
                <a:sym typeface="Arial"/>
              </a:defRPr>
            </a:lvl7pPr>
            <a:lvl8pPr indent="0" lvl="7" marL="0" algn="r">
              <a:spcBef>
                <a:spcPts val="0"/>
              </a:spcBef>
              <a:buNone/>
              <a:defRPr b="0" i="0" sz="800" u="none" cap="none" strike="noStrike">
                <a:solidFill>
                  <a:schemeClr val="dk1"/>
                </a:solidFill>
                <a:latin typeface="Arial"/>
                <a:ea typeface="Arial"/>
                <a:cs typeface="Arial"/>
                <a:sym typeface="Arial"/>
              </a:defRPr>
            </a:lvl8pPr>
            <a:lvl9pPr indent="0" lvl="8" marL="0" algn="r">
              <a:spcBef>
                <a:spcPts val="0"/>
              </a:spcBef>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k-SK"/>
              <a:t>‹#›</a:t>
            </a:fld>
            <a:endParaRPr/>
          </a:p>
        </p:txBody>
      </p:sp>
      <p:pic>
        <p:nvPicPr>
          <p:cNvPr id="94" name="Google Shape;94;p30"/>
          <p:cNvPicPr preferRelativeResize="0"/>
          <p:nvPr>
            <p:ph idx="2" type="pic"/>
          </p:nvPr>
        </p:nvPicPr>
        <p:blipFill/>
        <p:spPr>
          <a:xfrm>
            <a:off x="5658928" y="0"/>
            <a:ext cx="6533072" cy="6858000"/>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p:cSld name="Content with Picture 5">
    <p:spTree>
      <p:nvGrpSpPr>
        <p:cNvPr id="95" name="Shape 95"/>
        <p:cNvGrpSpPr/>
        <p:nvPr/>
      </p:nvGrpSpPr>
      <p:grpSpPr>
        <a:xfrm>
          <a:off x="0" y="0"/>
          <a:ext cx="0" cy="0"/>
          <a:chOff x="0" y="0"/>
          <a:chExt cx="0" cy="0"/>
        </a:xfrm>
      </p:grpSpPr>
      <p:sp>
        <p:nvSpPr>
          <p:cNvPr id="96" name="Google Shape;96;p31"/>
          <p:cNvSpPr txBox="1"/>
          <p:nvPr>
            <p:ph type="title"/>
          </p:nvPr>
        </p:nvSpPr>
        <p:spPr>
          <a:xfrm>
            <a:off x="615697" y="429768"/>
            <a:ext cx="3657600" cy="1667226"/>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31"/>
          <p:cNvSpPr txBox="1"/>
          <p:nvPr>
            <p:ph idx="1" type="body"/>
          </p:nvPr>
        </p:nvSpPr>
        <p:spPr>
          <a:xfrm>
            <a:off x="615823" y="2315569"/>
            <a:ext cx="3657600" cy="38148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31"/>
          <p:cNvSpPr txBox="1"/>
          <p:nvPr>
            <p:ph idx="11" type="ftr"/>
          </p:nvPr>
        </p:nvSpPr>
        <p:spPr>
          <a:xfrm>
            <a:off x="615697" y="6343955"/>
            <a:ext cx="163733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1"/>
          <p:cNvSpPr txBox="1"/>
          <p:nvPr>
            <p:ph idx="10" type="dt"/>
          </p:nvPr>
        </p:nvSpPr>
        <p:spPr>
          <a:xfrm>
            <a:off x="2703447" y="6343955"/>
            <a:ext cx="94976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2" type="sldNum"/>
          </p:nvPr>
        </p:nvSpPr>
        <p:spPr>
          <a:xfrm>
            <a:off x="3653213"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pic>
        <p:nvPicPr>
          <p:cNvPr id="101" name="Google Shape;101;p31"/>
          <p:cNvPicPr preferRelativeResize="0"/>
          <p:nvPr>
            <p:ph idx="2" type="pic"/>
          </p:nvPr>
        </p:nvPicPr>
        <p:blipFill/>
        <p:spPr>
          <a:xfrm>
            <a:off x="4895088" y="0"/>
            <a:ext cx="7296912" cy="6858000"/>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p:cSld name="Content with Picture 6">
    <p:spTree>
      <p:nvGrpSpPr>
        <p:cNvPr id="102" name="Shape 102"/>
        <p:cNvGrpSpPr/>
        <p:nvPr/>
      </p:nvGrpSpPr>
      <p:grpSpPr>
        <a:xfrm>
          <a:off x="0" y="0"/>
          <a:ext cx="0" cy="0"/>
          <a:chOff x="0" y="0"/>
          <a:chExt cx="0" cy="0"/>
        </a:xfrm>
      </p:grpSpPr>
      <p:sp>
        <p:nvSpPr>
          <p:cNvPr id="103" name="Google Shape;103;p32"/>
          <p:cNvSpPr txBox="1"/>
          <p:nvPr>
            <p:ph type="title"/>
          </p:nvPr>
        </p:nvSpPr>
        <p:spPr>
          <a:xfrm>
            <a:off x="8888061" y="929554"/>
            <a:ext cx="2699254" cy="1858941"/>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500"/>
              <a:buFont typeface="Arial"/>
              <a:buNone/>
              <a:defRPr sz="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4" name="Google Shape;104;p32"/>
          <p:cNvPicPr preferRelativeResize="0"/>
          <p:nvPr>
            <p:ph idx="2" type="pic"/>
          </p:nvPr>
        </p:nvPicPr>
        <p:blipFill/>
        <p:spPr>
          <a:xfrm>
            <a:off x="0" y="0"/>
            <a:ext cx="8326323" cy="6858000"/>
          </a:xfrm>
          <a:prstGeom prst="rect">
            <a:avLst/>
          </a:prstGeom>
          <a:blipFill rotWithShape="1">
            <a:blip r:embed="rId2">
              <a:alphaModFix amt="60000"/>
            </a:blip>
            <a:stretch>
              <a:fillRect b="0" l="0" r="0" t="0"/>
            </a:stretch>
          </a:blipFill>
          <a:ln>
            <a:noFill/>
          </a:ln>
        </p:spPr>
      </p:pic>
      <p:sp>
        <p:nvSpPr>
          <p:cNvPr id="105" name="Google Shape;105;p32"/>
          <p:cNvSpPr txBox="1"/>
          <p:nvPr>
            <p:ph idx="1" type="body"/>
          </p:nvPr>
        </p:nvSpPr>
        <p:spPr>
          <a:xfrm>
            <a:off x="8889055" y="3011335"/>
            <a:ext cx="2693346" cy="265625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400"/>
              <a:buNone/>
              <a:defRPr/>
            </a:lvl1pPr>
            <a:lvl2pPr indent="-228600" lvl="1" marL="914400" algn="l">
              <a:lnSpc>
                <a:spcPct val="120000"/>
              </a:lnSpc>
              <a:spcBef>
                <a:spcPts val="500"/>
              </a:spcBef>
              <a:spcAft>
                <a:spcPts val="0"/>
              </a:spcAft>
              <a:buClr>
                <a:schemeClr val="dk1"/>
              </a:buClr>
              <a:buSzPts val="14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32"/>
          <p:cNvSpPr txBox="1"/>
          <p:nvPr>
            <p:ph idx="11" type="ftr"/>
          </p:nvPr>
        </p:nvSpPr>
        <p:spPr>
          <a:xfrm>
            <a:off x="8888061" y="6343955"/>
            <a:ext cx="14044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2"/>
          <p:cNvSpPr txBox="1"/>
          <p:nvPr>
            <p:ph idx="10" type="dt"/>
          </p:nvPr>
        </p:nvSpPr>
        <p:spPr>
          <a:xfrm>
            <a:off x="10292522" y="6343955"/>
            <a:ext cx="8545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2"/>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p:cSld name="Content with Picture 7">
    <p:spTree>
      <p:nvGrpSpPr>
        <p:cNvPr id="109" name="Shape 109"/>
        <p:cNvGrpSpPr/>
        <p:nvPr/>
      </p:nvGrpSpPr>
      <p:grpSpPr>
        <a:xfrm>
          <a:off x="0" y="0"/>
          <a:ext cx="0" cy="0"/>
          <a:chOff x="0" y="0"/>
          <a:chExt cx="0" cy="0"/>
        </a:xfrm>
      </p:grpSpPr>
      <p:sp>
        <p:nvSpPr>
          <p:cNvPr id="110" name="Google Shape;110;p33"/>
          <p:cNvSpPr txBox="1"/>
          <p:nvPr>
            <p:ph type="title"/>
          </p:nvPr>
        </p:nvSpPr>
        <p:spPr>
          <a:xfrm>
            <a:off x="612646" y="4162318"/>
            <a:ext cx="3044954" cy="1892808"/>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500"/>
              <a:buFont typeface="Arial"/>
              <a:buNone/>
              <a:defRPr sz="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1" name="Google Shape;111;p33"/>
          <p:cNvPicPr preferRelativeResize="0"/>
          <p:nvPr>
            <p:ph idx="2" type="pic"/>
          </p:nvPr>
        </p:nvPicPr>
        <p:blipFill/>
        <p:spPr>
          <a:xfrm>
            <a:off x="-1" y="0"/>
            <a:ext cx="12192000" cy="3778270"/>
          </a:xfrm>
          <a:prstGeom prst="rect">
            <a:avLst/>
          </a:prstGeom>
          <a:blipFill rotWithShape="1">
            <a:blip r:embed="rId2">
              <a:alphaModFix amt="60000"/>
            </a:blip>
            <a:stretch>
              <a:fillRect b="0" l="0" r="0" t="0"/>
            </a:stretch>
          </a:blipFill>
          <a:ln>
            <a:noFill/>
          </a:ln>
        </p:spPr>
      </p:pic>
      <p:sp>
        <p:nvSpPr>
          <p:cNvPr id="112" name="Google Shape;112;p33"/>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3"/>
          <p:cNvSpPr txBox="1"/>
          <p:nvPr>
            <p:ph idx="1" type="body"/>
          </p:nvPr>
        </p:nvSpPr>
        <p:spPr>
          <a:xfrm>
            <a:off x="4122370" y="4162318"/>
            <a:ext cx="7460029" cy="209152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400"/>
              <a:buNone/>
              <a:defRPr/>
            </a:lvl1pPr>
            <a:lvl2pPr indent="-228600" lvl="1" marL="914400" algn="l">
              <a:lnSpc>
                <a:spcPct val="120000"/>
              </a:lnSpc>
              <a:spcBef>
                <a:spcPts val="500"/>
              </a:spcBef>
              <a:spcAft>
                <a:spcPts val="0"/>
              </a:spcAft>
              <a:buClr>
                <a:schemeClr val="dk1"/>
              </a:buClr>
              <a:buSzPts val="14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33"/>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3"/>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p:cSld name="Content with Picture 8">
    <p:spTree>
      <p:nvGrpSpPr>
        <p:cNvPr id="116" name="Shape 116"/>
        <p:cNvGrpSpPr/>
        <p:nvPr/>
      </p:nvGrpSpPr>
      <p:grpSpPr>
        <a:xfrm>
          <a:off x="0" y="0"/>
          <a:ext cx="0" cy="0"/>
          <a:chOff x="0" y="0"/>
          <a:chExt cx="0" cy="0"/>
        </a:xfrm>
      </p:grpSpPr>
      <p:sp>
        <p:nvSpPr>
          <p:cNvPr id="117" name="Google Shape;117;p34"/>
          <p:cNvSpPr txBox="1"/>
          <p:nvPr>
            <p:ph type="title"/>
          </p:nvPr>
        </p:nvSpPr>
        <p:spPr>
          <a:xfrm>
            <a:off x="612647" y="559341"/>
            <a:ext cx="10969753" cy="932688"/>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34"/>
          <p:cNvSpPr txBox="1"/>
          <p:nvPr>
            <p:ph idx="1" type="body"/>
          </p:nvPr>
        </p:nvSpPr>
        <p:spPr>
          <a:xfrm>
            <a:off x="612647" y="1912398"/>
            <a:ext cx="4637269" cy="42076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34"/>
          <p:cNvSpPr txBox="1"/>
          <p:nvPr>
            <p:ph idx="11" type="ftr"/>
          </p:nvPr>
        </p:nvSpPr>
        <p:spPr>
          <a:xfrm>
            <a:off x="612647" y="6343955"/>
            <a:ext cx="264293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120" name="Google Shape;120;p34"/>
          <p:cNvPicPr preferRelativeResize="0"/>
          <p:nvPr>
            <p:ph idx="2" type="pic"/>
          </p:nvPr>
        </p:nvPicPr>
        <p:blipFill/>
        <p:spPr>
          <a:xfrm>
            <a:off x="5737221" y="1912938"/>
            <a:ext cx="5741992" cy="4224337"/>
          </a:xfrm>
          <a:prstGeom prst="rect">
            <a:avLst/>
          </a:prstGeom>
          <a:blipFill rotWithShape="1">
            <a:blip r:embed="rId2">
              <a:alphaModFix amt="60000"/>
            </a:blip>
            <a:stretch>
              <a:fillRect b="0" l="0" r="0" t="0"/>
            </a:stretch>
          </a:blipFill>
          <a:ln>
            <a:noFill/>
          </a:ln>
        </p:spPr>
      </p:pic>
      <p:sp>
        <p:nvSpPr>
          <p:cNvPr id="121" name="Google Shape;121;p34"/>
          <p:cNvSpPr txBox="1"/>
          <p:nvPr>
            <p:ph idx="10" type="dt"/>
          </p:nvPr>
        </p:nvSpPr>
        <p:spPr>
          <a:xfrm>
            <a:off x="9686595" y="6343955"/>
            <a:ext cx="14496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4"/>
          <p:cNvSpPr txBox="1"/>
          <p:nvPr>
            <p:ph idx="12" type="sldNum"/>
          </p:nvPr>
        </p:nvSpPr>
        <p:spPr>
          <a:xfrm>
            <a:off x="11136293" y="6343955"/>
            <a:ext cx="44306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p:cSld name="Content with Picture 9">
    <p:spTree>
      <p:nvGrpSpPr>
        <p:cNvPr id="123" name="Shape 123"/>
        <p:cNvGrpSpPr/>
        <p:nvPr/>
      </p:nvGrpSpPr>
      <p:grpSpPr>
        <a:xfrm>
          <a:off x="0" y="0"/>
          <a:ext cx="0" cy="0"/>
          <a:chOff x="0" y="0"/>
          <a:chExt cx="0" cy="0"/>
        </a:xfrm>
      </p:grpSpPr>
      <p:sp>
        <p:nvSpPr>
          <p:cNvPr id="124" name="Google Shape;124;p35"/>
          <p:cNvSpPr txBox="1"/>
          <p:nvPr>
            <p:ph type="title"/>
          </p:nvPr>
        </p:nvSpPr>
        <p:spPr>
          <a:xfrm>
            <a:off x="612648" y="706802"/>
            <a:ext cx="4672584" cy="1269482"/>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5" name="Google Shape;125;p35"/>
          <p:cNvPicPr preferRelativeResize="0"/>
          <p:nvPr>
            <p:ph idx="2" type="pic"/>
          </p:nvPr>
        </p:nvPicPr>
        <p:blipFill/>
        <p:spPr>
          <a:xfrm>
            <a:off x="720468" y="2173850"/>
            <a:ext cx="4564763" cy="3963682"/>
          </a:xfrm>
          <a:prstGeom prst="rect">
            <a:avLst/>
          </a:prstGeom>
          <a:blipFill rotWithShape="1">
            <a:blip r:embed="rId2">
              <a:alphaModFix amt="60000"/>
            </a:blip>
            <a:stretch>
              <a:fillRect b="0" l="0" r="0" t="0"/>
            </a:stretch>
          </a:blipFill>
          <a:ln>
            <a:noFill/>
          </a:ln>
        </p:spPr>
      </p:pic>
      <p:sp>
        <p:nvSpPr>
          <p:cNvPr id="126" name="Google Shape;126;p35"/>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5"/>
          <p:cNvSpPr txBox="1"/>
          <p:nvPr>
            <p:ph idx="1" type="body"/>
          </p:nvPr>
        </p:nvSpPr>
        <p:spPr>
          <a:xfrm>
            <a:off x="5905563" y="732155"/>
            <a:ext cx="5676838" cy="540537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35"/>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5"/>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p:cSld name="Number Large">
    <p:bg>
      <p:bgPr>
        <a:solidFill>
          <a:schemeClr val="dk1"/>
        </a:solidFill>
      </p:bgPr>
    </p:bg>
    <p:spTree>
      <p:nvGrpSpPr>
        <p:cNvPr id="130" name="Shape 130"/>
        <p:cNvGrpSpPr/>
        <p:nvPr/>
      </p:nvGrpSpPr>
      <p:grpSpPr>
        <a:xfrm>
          <a:off x="0" y="0"/>
          <a:ext cx="0" cy="0"/>
          <a:chOff x="0" y="0"/>
          <a:chExt cx="0" cy="0"/>
        </a:xfrm>
      </p:grpSpPr>
      <p:sp>
        <p:nvSpPr>
          <p:cNvPr id="131" name="Google Shape;131;p36"/>
          <p:cNvSpPr txBox="1"/>
          <p:nvPr>
            <p:ph type="title"/>
          </p:nvPr>
        </p:nvSpPr>
        <p:spPr>
          <a:xfrm>
            <a:off x="1219199" y="4893733"/>
            <a:ext cx="9762068" cy="1059806"/>
          </a:xfrm>
          <a:prstGeom prst="rect">
            <a:avLst/>
          </a:prstGeom>
          <a:noFill/>
          <a:ln>
            <a:noFill/>
          </a:ln>
        </p:spPr>
        <p:txBody>
          <a:bodyPr anchorCtr="0" anchor="ctr" bIns="45700" lIns="91425" spcFirstLastPara="1" rIns="91425" wrap="square" tIns="45700">
            <a:normAutofit/>
          </a:bodyPr>
          <a:lstStyle>
            <a:lvl1pPr lvl="0" algn="ctr">
              <a:lnSpc>
                <a:spcPct val="110000"/>
              </a:lnSpc>
              <a:spcBef>
                <a:spcPts val="0"/>
              </a:spcBef>
              <a:spcAft>
                <a:spcPts val="0"/>
              </a:spcAft>
              <a:buClr>
                <a:schemeClr val="lt1"/>
              </a:buClr>
              <a:buSzPts val="2600"/>
              <a:buFont typeface="Arial"/>
              <a:buNone/>
              <a:defRPr b="0" sz="26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36"/>
          <p:cNvSpPr txBox="1"/>
          <p:nvPr>
            <p:ph idx="1" type="body"/>
          </p:nvPr>
        </p:nvSpPr>
        <p:spPr>
          <a:xfrm>
            <a:off x="822960" y="484094"/>
            <a:ext cx="10543032" cy="4536141"/>
          </a:xfrm>
          <a:prstGeom prst="rect">
            <a:avLst/>
          </a:prstGeom>
          <a:noFill/>
          <a:ln>
            <a:noFill/>
          </a:ln>
        </p:spPr>
        <p:txBody>
          <a:bodyPr anchorCtr="0" anchor="b"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7000"/>
              <a:buNone/>
              <a:defRPr b="1" sz="27000">
                <a:solidFill>
                  <a:schemeClr val="lt1"/>
                </a:solidFill>
                <a:latin typeface="Arial"/>
                <a:ea typeface="Arial"/>
                <a:cs typeface="Arial"/>
                <a:sym typeface="Arial"/>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3" name="Google Shape;133;p36"/>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6"/>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6"/>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u="none" cap="none" strike="noStrike">
                <a:solidFill>
                  <a:schemeClr val="lt1"/>
                </a:solidFill>
                <a:latin typeface="Arial"/>
                <a:ea typeface="Arial"/>
                <a:cs typeface="Arial"/>
                <a:sym typeface="Arial"/>
              </a:defRPr>
            </a:lvl1pPr>
            <a:lvl2pPr indent="0" lvl="1" marL="0" algn="r">
              <a:spcBef>
                <a:spcPts val="0"/>
              </a:spcBef>
              <a:buNone/>
              <a:defRPr b="0" i="0" sz="800" u="none" cap="none" strike="noStrike">
                <a:solidFill>
                  <a:schemeClr val="lt1"/>
                </a:solidFill>
                <a:latin typeface="Arial"/>
                <a:ea typeface="Arial"/>
                <a:cs typeface="Arial"/>
                <a:sym typeface="Arial"/>
              </a:defRPr>
            </a:lvl2pPr>
            <a:lvl3pPr indent="0" lvl="2" marL="0" algn="r">
              <a:spcBef>
                <a:spcPts val="0"/>
              </a:spcBef>
              <a:buNone/>
              <a:defRPr b="0" i="0" sz="800" u="none" cap="none" strike="noStrike">
                <a:solidFill>
                  <a:schemeClr val="lt1"/>
                </a:solidFill>
                <a:latin typeface="Arial"/>
                <a:ea typeface="Arial"/>
                <a:cs typeface="Arial"/>
                <a:sym typeface="Arial"/>
              </a:defRPr>
            </a:lvl3pPr>
            <a:lvl4pPr indent="0" lvl="3" marL="0" algn="r">
              <a:spcBef>
                <a:spcPts val="0"/>
              </a:spcBef>
              <a:buNone/>
              <a:defRPr b="0" i="0" sz="800" u="none" cap="none" strike="noStrike">
                <a:solidFill>
                  <a:schemeClr val="lt1"/>
                </a:solidFill>
                <a:latin typeface="Arial"/>
                <a:ea typeface="Arial"/>
                <a:cs typeface="Arial"/>
                <a:sym typeface="Arial"/>
              </a:defRPr>
            </a:lvl4pPr>
            <a:lvl5pPr indent="0" lvl="4" marL="0" algn="r">
              <a:spcBef>
                <a:spcPts val="0"/>
              </a:spcBef>
              <a:buNone/>
              <a:defRPr b="0" i="0" sz="800" u="none" cap="none" strike="noStrike">
                <a:solidFill>
                  <a:schemeClr val="lt1"/>
                </a:solidFill>
                <a:latin typeface="Arial"/>
                <a:ea typeface="Arial"/>
                <a:cs typeface="Arial"/>
                <a:sym typeface="Arial"/>
              </a:defRPr>
            </a:lvl5pPr>
            <a:lvl6pPr indent="0" lvl="5" marL="0" algn="r">
              <a:spcBef>
                <a:spcPts val="0"/>
              </a:spcBef>
              <a:buNone/>
              <a:defRPr b="0" i="0" sz="800" u="none" cap="none" strike="noStrike">
                <a:solidFill>
                  <a:schemeClr val="lt1"/>
                </a:solidFill>
                <a:latin typeface="Arial"/>
                <a:ea typeface="Arial"/>
                <a:cs typeface="Arial"/>
                <a:sym typeface="Arial"/>
              </a:defRPr>
            </a:lvl6pPr>
            <a:lvl7pPr indent="0" lvl="6" marL="0" algn="r">
              <a:spcBef>
                <a:spcPts val="0"/>
              </a:spcBef>
              <a:buNone/>
              <a:defRPr b="0" i="0" sz="800" u="none" cap="none" strike="noStrike">
                <a:solidFill>
                  <a:schemeClr val="lt1"/>
                </a:solidFill>
                <a:latin typeface="Arial"/>
                <a:ea typeface="Arial"/>
                <a:cs typeface="Arial"/>
                <a:sym typeface="Arial"/>
              </a:defRPr>
            </a:lvl7pPr>
            <a:lvl8pPr indent="0" lvl="7" marL="0" algn="r">
              <a:spcBef>
                <a:spcPts val="0"/>
              </a:spcBef>
              <a:buNone/>
              <a:defRPr b="0" i="0" sz="800" u="none" cap="none" strike="noStrike">
                <a:solidFill>
                  <a:schemeClr val="lt1"/>
                </a:solidFill>
                <a:latin typeface="Arial"/>
                <a:ea typeface="Arial"/>
                <a:cs typeface="Arial"/>
                <a:sym typeface="Arial"/>
              </a:defRPr>
            </a:lvl8pPr>
            <a:lvl9pPr indent="0" lvl="8" marL="0" algn="r">
              <a:spcBef>
                <a:spcPts val="0"/>
              </a:spcBef>
              <a:buNone/>
              <a:defRPr b="0" i="0" sz="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bg>
      <p:bgPr>
        <a:solidFill>
          <a:schemeClr val="dk1"/>
        </a:solidFill>
      </p:bgPr>
    </p:bg>
    <p:spTree>
      <p:nvGrpSpPr>
        <p:cNvPr id="136" name="Shape 136"/>
        <p:cNvGrpSpPr/>
        <p:nvPr/>
      </p:nvGrpSpPr>
      <p:grpSpPr>
        <a:xfrm>
          <a:off x="0" y="0"/>
          <a:ext cx="0" cy="0"/>
          <a:chOff x="0" y="0"/>
          <a:chExt cx="0" cy="0"/>
        </a:xfrm>
      </p:grpSpPr>
      <p:sp>
        <p:nvSpPr>
          <p:cNvPr id="137" name="Google Shape;137;p37"/>
          <p:cNvSpPr txBox="1"/>
          <p:nvPr>
            <p:ph type="title"/>
          </p:nvPr>
        </p:nvSpPr>
        <p:spPr>
          <a:xfrm>
            <a:off x="612648" y="-1133856"/>
            <a:ext cx="10652760" cy="914400"/>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7"/>
          <p:cNvSpPr txBox="1"/>
          <p:nvPr>
            <p:ph idx="1" type="body"/>
          </p:nvPr>
        </p:nvSpPr>
        <p:spPr>
          <a:xfrm>
            <a:off x="59264" y="42335"/>
            <a:ext cx="11517039" cy="6172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8000"/>
              <a:buNone/>
              <a:defRPr b="1" sz="8000"/>
            </a:lvl1pPr>
            <a:lvl2pPr indent="-228600" lvl="1" marL="914400" algn="l">
              <a:lnSpc>
                <a:spcPct val="90000"/>
              </a:lnSpc>
              <a:spcBef>
                <a:spcPts val="500"/>
              </a:spcBef>
              <a:spcAft>
                <a:spcPts val="0"/>
              </a:spcAft>
              <a:buClr>
                <a:schemeClr val="lt1"/>
              </a:buClr>
              <a:buSzPts val="7200"/>
              <a:buNone/>
              <a:defRPr b="1" sz="7200"/>
            </a:lvl2pPr>
            <a:lvl3pPr indent="-228600" lvl="2" marL="1371600" algn="l">
              <a:lnSpc>
                <a:spcPct val="90000"/>
              </a:lnSpc>
              <a:spcBef>
                <a:spcPts val="500"/>
              </a:spcBef>
              <a:spcAft>
                <a:spcPts val="0"/>
              </a:spcAft>
              <a:buClr>
                <a:schemeClr val="lt1"/>
              </a:buClr>
              <a:buSzPts val="6600"/>
              <a:buNone/>
              <a:defRPr b="1" sz="6600"/>
            </a:lvl3pPr>
            <a:lvl4pPr indent="-228600" lvl="3" marL="1828800" algn="l">
              <a:lnSpc>
                <a:spcPct val="90000"/>
              </a:lnSpc>
              <a:spcBef>
                <a:spcPts val="500"/>
              </a:spcBef>
              <a:spcAft>
                <a:spcPts val="0"/>
              </a:spcAft>
              <a:buClr>
                <a:schemeClr val="lt1"/>
              </a:buClr>
              <a:buSzPts val="6000"/>
              <a:buNone/>
              <a:defRPr b="1" sz="6000"/>
            </a:lvl4pPr>
            <a:lvl5pPr indent="-228600" lvl="4" marL="2286000" algn="l">
              <a:lnSpc>
                <a:spcPct val="90000"/>
              </a:lnSpc>
              <a:spcBef>
                <a:spcPts val="500"/>
              </a:spcBef>
              <a:spcAft>
                <a:spcPts val="0"/>
              </a:spcAft>
              <a:buClr>
                <a:schemeClr val="lt1"/>
              </a:buClr>
              <a:buSzPts val="5400"/>
              <a:buNone/>
              <a:defRPr b="1" sz="5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9" name="Google Shape;139;p37"/>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7"/>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7"/>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42" name="Shape 142"/>
        <p:cNvGrpSpPr/>
        <p:nvPr/>
      </p:nvGrpSpPr>
      <p:grpSpPr>
        <a:xfrm>
          <a:off x="0" y="0"/>
          <a:ext cx="0" cy="0"/>
          <a:chOff x="0" y="0"/>
          <a:chExt cx="0" cy="0"/>
        </a:xfrm>
      </p:grpSpPr>
      <p:sp>
        <p:nvSpPr>
          <p:cNvPr id="143" name="Google Shape;143;p38"/>
          <p:cNvSpPr txBox="1"/>
          <p:nvPr>
            <p:ph type="title"/>
          </p:nvPr>
        </p:nvSpPr>
        <p:spPr>
          <a:xfrm>
            <a:off x="1499616" y="5029200"/>
            <a:ext cx="9198864" cy="640080"/>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rgbClr val="107573"/>
              </a:buClr>
              <a:buSzPts val="2000"/>
              <a:buFont typeface="Arial"/>
              <a:buNone/>
              <a:defRPr sz="2000">
                <a:solidFill>
                  <a:srgbClr val="10757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38"/>
          <p:cNvSpPr txBox="1"/>
          <p:nvPr>
            <p:ph idx="1" type="body"/>
          </p:nvPr>
        </p:nvSpPr>
        <p:spPr>
          <a:xfrm>
            <a:off x="1499616" y="1188720"/>
            <a:ext cx="9198864" cy="333248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800"/>
              <a:buNone/>
              <a:defRPr sz="4800">
                <a:latin typeface="Arial"/>
                <a:ea typeface="Arial"/>
                <a:cs typeface="Arial"/>
                <a:sym typeface="Arial"/>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38"/>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8"/>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8"/>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va obsahy">
  <p:cSld name="Dva obsahy">
    <p:spTree>
      <p:nvGrpSpPr>
        <p:cNvPr id="148" name="Shape 148"/>
        <p:cNvGrpSpPr/>
        <p:nvPr/>
      </p:nvGrpSpPr>
      <p:grpSpPr>
        <a:xfrm>
          <a:off x="0" y="0"/>
          <a:ext cx="0" cy="0"/>
          <a:chOff x="0" y="0"/>
          <a:chExt cx="0" cy="0"/>
        </a:xfrm>
      </p:grpSpPr>
      <p:sp>
        <p:nvSpPr>
          <p:cNvPr id="149" name="Google Shape;149;p39"/>
          <p:cNvSpPr txBox="1"/>
          <p:nvPr>
            <p:ph type="title"/>
          </p:nvPr>
        </p:nvSpPr>
        <p:spPr>
          <a:xfrm>
            <a:off x="612648" y="512064"/>
            <a:ext cx="10741152" cy="969264"/>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9"/>
          <p:cNvSpPr txBox="1"/>
          <p:nvPr>
            <p:ph idx="1" type="body"/>
          </p:nvPr>
        </p:nvSpPr>
        <p:spPr>
          <a:xfrm>
            <a:off x="612775" y="1825625"/>
            <a:ext cx="507492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39"/>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9"/>
          <p:cNvSpPr txBox="1"/>
          <p:nvPr>
            <p:ph idx="2" type="body"/>
          </p:nvPr>
        </p:nvSpPr>
        <p:spPr>
          <a:xfrm>
            <a:off x="6278563" y="1825625"/>
            <a:ext cx="5075237"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39"/>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9"/>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ovnanie">
  <p:cSld name="Porovnanie">
    <p:spTree>
      <p:nvGrpSpPr>
        <p:cNvPr id="155" name="Shape 155"/>
        <p:cNvGrpSpPr/>
        <p:nvPr/>
      </p:nvGrpSpPr>
      <p:grpSpPr>
        <a:xfrm>
          <a:off x="0" y="0"/>
          <a:ext cx="0" cy="0"/>
          <a:chOff x="0" y="0"/>
          <a:chExt cx="0" cy="0"/>
        </a:xfrm>
      </p:grpSpPr>
      <p:sp>
        <p:nvSpPr>
          <p:cNvPr id="156" name="Google Shape;156;p40"/>
          <p:cNvSpPr txBox="1"/>
          <p:nvPr>
            <p:ph type="title"/>
          </p:nvPr>
        </p:nvSpPr>
        <p:spPr>
          <a:xfrm>
            <a:off x="609600" y="512064"/>
            <a:ext cx="10745788" cy="969264"/>
          </a:xfrm>
          <a:prstGeom prst="rect">
            <a:avLst/>
          </a:prstGeom>
          <a:noFill/>
          <a:ln>
            <a:noFill/>
          </a:ln>
        </p:spPr>
        <p:txBody>
          <a:bodyPr anchorCtr="0" anchor="b"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40"/>
          <p:cNvSpPr txBox="1"/>
          <p:nvPr>
            <p:ph idx="1" type="body"/>
          </p:nvPr>
        </p:nvSpPr>
        <p:spPr>
          <a:xfrm>
            <a:off x="609600" y="1685735"/>
            <a:ext cx="5074920"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1" sz="16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8" name="Google Shape;158;p40"/>
          <p:cNvSpPr txBox="1"/>
          <p:nvPr>
            <p:ph idx="2" type="body"/>
          </p:nvPr>
        </p:nvSpPr>
        <p:spPr>
          <a:xfrm>
            <a:off x="609600" y="2387600"/>
            <a:ext cx="5075238" cy="378618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40"/>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40"/>
          <p:cNvSpPr txBox="1"/>
          <p:nvPr>
            <p:ph idx="3" type="body"/>
          </p:nvPr>
        </p:nvSpPr>
        <p:spPr>
          <a:xfrm>
            <a:off x="6280468" y="1685735"/>
            <a:ext cx="5074920"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1" sz="16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1" name="Google Shape;161;p40"/>
          <p:cNvSpPr txBox="1"/>
          <p:nvPr>
            <p:ph idx="4" type="body"/>
          </p:nvPr>
        </p:nvSpPr>
        <p:spPr>
          <a:xfrm>
            <a:off x="6279832" y="2387600"/>
            <a:ext cx="5075556" cy="378618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40"/>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40"/>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n nadpis" type="titleOnly">
  <p:cSld name="TITLE_ONLY">
    <p:spTree>
      <p:nvGrpSpPr>
        <p:cNvPr id="164" name="Shape 164"/>
        <p:cNvGrpSpPr/>
        <p:nvPr/>
      </p:nvGrpSpPr>
      <p:grpSpPr>
        <a:xfrm>
          <a:off x="0" y="0"/>
          <a:ext cx="0" cy="0"/>
          <a:chOff x="0" y="0"/>
          <a:chExt cx="0" cy="0"/>
        </a:xfrm>
      </p:grpSpPr>
      <p:sp>
        <p:nvSpPr>
          <p:cNvPr id="165" name="Google Shape;165;p41"/>
          <p:cNvSpPr txBox="1"/>
          <p:nvPr>
            <p:ph type="title"/>
          </p:nvPr>
        </p:nvSpPr>
        <p:spPr>
          <a:xfrm>
            <a:off x="612648" y="512064"/>
            <a:ext cx="10963656" cy="969264"/>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dk1"/>
              </a:buClr>
              <a:buSzPts val="2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41"/>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41"/>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41"/>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169" name="Shape 169"/>
        <p:cNvGrpSpPr/>
        <p:nvPr/>
      </p:nvGrpSpPr>
      <p:grpSpPr>
        <a:xfrm>
          <a:off x="0" y="0"/>
          <a:ext cx="0" cy="0"/>
          <a:chOff x="0" y="0"/>
          <a:chExt cx="0" cy="0"/>
        </a:xfrm>
      </p:grpSpPr>
      <p:sp>
        <p:nvSpPr>
          <p:cNvPr id="170" name="Google Shape;170;p42"/>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42"/>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42"/>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chemeClr val="dk1"/>
        </a:solidFill>
      </p:bgPr>
    </p:bg>
    <p:spTree>
      <p:nvGrpSpPr>
        <p:cNvPr id="173" name="Shape 173"/>
        <p:cNvGrpSpPr/>
        <p:nvPr/>
      </p:nvGrpSpPr>
      <p:grpSpPr>
        <a:xfrm>
          <a:off x="0" y="0"/>
          <a:ext cx="0" cy="0"/>
          <a:chOff x="0" y="0"/>
          <a:chExt cx="0" cy="0"/>
        </a:xfrm>
      </p:grpSpPr>
      <p:sp>
        <p:nvSpPr>
          <p:cNvPr id="174" name="Google Shape;174;p43"/>
          <p:cNvSpPr txBox="1"/>
          <p:nvPr>
            <p:ph type="title"/>
          </p:nvPr>
        </p:nvSpPr>
        <p:spPr>
          <a:xfrm>
            <a:off x="114299" y="89808"/>
            <a:ext cx="11462003" cy="2514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0"/>
              </a:spcBef>
              <a:spcAft>
                <a:spcPts val="0"/>
              </a:spcAft>
              <a:buClr>
                <a:schemeClr val="lt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43"/>
          <p:cNvSpPr txBox="1"/>
          <p:nvPr>
            <p:ph idx="1" type="body"/>
          </p:nvPr>
        </p:nvSpPr>
        <p:spPr>
          <a:xfrm>
            <a:off x="612775" y="3118757"/>
            <a:ext cx="10963528" cy="26207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76" name="Google Shape;176;p43"/>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43"/>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3"/>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p:cSld name="Conclusion 2">
    <p:bg>
      <p:bgPr>
        <a:solidFill>
          <a:schemeClr val="dk1"/>
        </a:solidFill>
      </p:bgPr>
    </p:bg>
    <p:spTree>
      <p:nvGrpSpPr>
        <p:cNvPr id="179" name="Shape 179"/>
        <p:cNvGrpSpPr/>
        <p:nvPr/>
      </p:nvGrpSpPr>
      <p:grpSpPr>
        <a:xfrm>
          <a:off x="0" y="0"/>
          <a:ext cx="0" cy="0"/>
          <a:chOff x="0" y="0"/>
          <a:chExt cx="0" cy="0"/>
        </a:xfrm>
      </p:grpSpPr>
      <p:sp>
        <p:nvSpPr>
          <p:cNvPr id="180" name="Google Shape;180;p44"/>
          <p:cNvSpPr txBox="1"/>
          <p:nvPr>
            <p:ph type="title"/>
          </p:nvPr>
        </p:nvSpPr>
        <p:spPr>
          <a:xfrm>
            <a:off x="612647" y="1627318"/>
            <a:ext cx="8430767" cy="1842020"/>
          </a:xfrm>
          <a:prstGeom prst="rect">
            <a:avLst/>
          </a:prstGeom>
          <a:noFill/>
          <a:ln>
            <a:noFill/>
          </a:ln>
        </p:spPr>
        <p:txBody>
          <a:bodyPr anchorCtr="0" anchor="b" bIns="45700" lIns="91425" spcFirstLastPara="1" rIns="91425" wrap="square" tIns="45700">
            <a:noAutofit/>
          </a:bodyPr>
          <a:lstStyle>
            <a:lvl1pPr lvl="0" algn="l">
              <a:lnSpc>
                <a:spcPct val="95000"/>
              </a:lnSpc>
              <a:spcBef>
                <a:spcPts val="0"/>
              </a:spcBef>
              <a:spcAft>
                <a:spcPts val="0"/>
              </a:spcAft>
              <a:buClr>
                <a:schemeClr val="lt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44"/>
          <p:cNvSpPr txBox="1"/>
          <p:nvPr>
            <p:ph idx="1" type="body"/>
          </p:nvPr>
        </p:nvSpPr>
        <p:spPr>
          <a:xfrm>
            <a:off x="612775" y="3622674"/>
            <a:ext cx="8430639" cy="160800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sz="1800"/>
            </a:lvl1pPr>
            <a:lvl2pPr indent="-228600" lvl="1" marL="914400" algn="l">
              <a:lnSpc>
                <a:spcPct val="120000"/>
              </a:lnSpc>
              <a:spcBef>
                <a:spcPts val="500"/>
              </a:spcBef>
              <a:spcAft>
                <a:spcPts val="0"/>
              </a:spcAft>
              <a:buClr>
                <a:schemeClr val="lt1"/>
              </a:buClr>
              <a:buSzPts val="1600"/>
              <a:buNone/>
              <a:defRPr sz="1600"/>
            </a:lvl2pPr>
            <a:lvl3pPr indent="-228600" lvl="2" marL="1371600" algn="l">
              <a:lnSpc>
                <a:spcPct val="120000"/>
              </a:lnSpc>
              <a:spcBef>
                <a:spcPts val="500"/>
              </a:spcBef>
              <a:spcAft>
                <a:spcPts val="0"/>
              </a:spcAft>
              <a:buClr>
                <a:schemeClr val="lt1"/>
              </a:buClr>
              <a:buSzPts val="1400"/>
              <a:buNone/>
              <a:defRPr sz="1400"/>
            </a:lvl3pPr>
            <a:lvl4pPr indent="-228600" lvl="3" marL="1828800" algn="l">
              <a:lnSpc>
                <a:spcPct val="120000"/>
              </a:lnSpc>
              <a:spcBef>
                <a:spcPts val="500"/>
              </a:spcBef>
              <a:spcAft>
                <a:spcPts val="0"/>
              </a:spcAft>
              <a:buClr>
                <a:schemeClr val="lt1"/>
              </a:buClr>
              <a:buSzPts val="1400"/>
              <a:buNone/>
              <a:defRPr sz="1400"/>
            </a:lvl4pPr>
            <a:lvl5pPr indent="-228600" lvl="4" marL="2286000" algn="l">
              <a:lnSpc>
                <a:spcPct val="120000"/>
              </a:lnSpc>
              <a:spcBef>
                <a:spcPts val="500"/>
              </a:spcBef>
              <a:spcAft>
                <a:spcPts val="0"/>
              </a:spcAft>
              <a:buClr>
                <a:schemeClr val="lt1"/>
              </a:buClr>
              <a:buSzPts val="1200"/>
              <a:buNone/>
              <a:defRPr sz="12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2" name="Google Shape;182;p44"/>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44"/>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4"/>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k-S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lvl1pPr lvl="0" marR="0" rtl="0" algn="l">
              <a:lnSpc>
                <a:spcPct val="95000"/>
              </a:lnSpc>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7"/>
          <p:cNvSpPr txBox="1"/>
          <p:nvPr>
            <p:ph idx="11" type="ftr"/>
          </p:nvPr>
        </p:nvSpPr>
        <p:spPr>
          <a:xfrm>
            <a:off x="612647" y="6343955"/>
            <a:ext cx="280540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7"/>
          <p:cNvSpPr txBox="1"/>
          <p:nvPr>
            <p:ph idx="10" type="dt"/>
          </p:nvPr>
        </p:nvSpPr>
        <p:spPr>
          <a:xfrm>
            <a:off x="8893929" y="6343955"/>
            <a:ext cx="2202644"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7"/>
          <p:cNvSpPr txBox="1"/>
          <p:nvPr>
            <p:ph idx="12" type="sldNum"/>
          </p:nvPr>
        </p:nvSpPr>
        <p:spPr>
          <a:xfrm>
            <a:off x="11147096" y="6343955"/>
            <a:ext cx="42920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dk1"/>
                </a:solidFill>
                <a:latin typeface="Arial"/>
                <a:ea typeface="Arial"/>
                <a:cs typeface="Arial"/>
                <a:sym typeface="Arial"/>
              </a:defRPr>
            </a:lvl1pPr>
            <a:lvl2pPr indent="0" lvl="1" marL="0" marR="0" rtl="0" algn="r">
              <a:spcBef>
                <a:spcPts val="0"/>
              </a:spcBef>
              <a:buNone/>
              <a:defRPr b="0" i="0" sz="800" u="none" cap="none" strike="noStrike">
                <a:solidFill>
                  <a:schemeClr val="dk1"/>
                </a:solidFill>
                <a:latin typeface="Arial"/>
                <a:ea typeface="Arial"/>
                <a:cs typeface="Arial"/>
                <a:sym typeface="Arial"/>
              </a:defRPr>
            </a:lvl2pPr>
            <a:lvl3pPr indent="0" lvl="2" marL="0" marR="0" rtl="0" algn="r">
              <a:spcBef>
                <a:spcPts val="0"/>
              </a:spcBef>
              <a:buNone/>
              <a:defRPr b="0" i="0" sz="800" u="none" cap="none" strike="noStrike">
                <a:solidFill>
                  <a:schemeClr val="dk1"/>
                </a:solidFill>
                <a:latin typeface="Arial"/>
                <a:ea typeface="Arial"/>
                <a:cs typeface="Arial"/>
                <a:sym typeface="Arial"/>
              </a:defRPr>
            </a:lvl3pPr>
            <a:lvl4pPr indent="0" lvl="3" marL="0" marR="0" rtl="0" algn="r">
              <a:spcBef>
                <a:spcPts val="0"/>
              </a:spcBef>
              <a:buNone/>
              <a:defRPr b="0" i="0" sz="800" u="none" cap="none" strike="noStrike">
                <a:solidFill>
                  <a:schemeClr val="dk1"/>
                </a:solidFill>
                <a:latin typeface="Arial"/>
                <a:ea typeface="Arial"/>
                <a:cs typeface="Arial"/>
                <a:sym typeface="Arial"/>
              </a:defRPr>
            </a:lvl4pPr>
            <a:lvl5pPr indent="0" lvl="4" marL="0" marR="0" rtl="0" algn="r">
              <a:spcBef>
                <a:spcPts val="0"/>
              </a:spcBef>
              <a:buNone/>
              <a:defRPr b="0" i="0" sz="800" u="none" cap="none" strike="noStrike">
                <a:solidFill>
                  <a:schemeClr val="dk1"/>
                </a:solidFill>
                <a:latin typeface="Arial"/>
                <a:ea typeface="Arial"/>
                <a:cs typeface="Arial"/>
                <a:sym typeface="Arial"/>
              </a:defRPr>
            </a:lvl5pPr>
            <a:lvl6pPr indent="0" lvl="5" marL="0" marR="0" rtl="0" algn="r">
              <a:spcBef>
                <a:spcPts val="0"/>
              </a:spcBef>
              <a:buNone/>
              <a:defRPr b="0" i="0" sz="800" u="none" cap="none" strike="noStrike">
                <a:solidFill>
                  <a:schemeClr val="dk1"/>
                </a:solidFill>
                <a:latin typeface="Arial"/>
                <a:ea typeface="Arial"/>
                <a:cs typeface="Arial"/>
                <a:sym typeface="Arial"/>
              </a:defRPr>
            </a:lvl6pPr>
            <a:lvl7pPr indent="0" lvl="6" marL="0" marR="0" rtl="0" algn="r">
              <a:spcBef>
                <a:spcPts val="0"/>
              </a:spcBef>
              <a:buNone/>
              <a:defRPr b="0" i="0" sz="800" u="none" cap="none" strike="noStrike">
                <a:solidFill>
                  <a:schemeClr val="dk1"/>
                </a:solidFill>
                <a:latin typeface="Arial"/>
                <a:ea typeface="Arial"/>
                <a:cs typeface="Arial"/>
                <a:sym typeface="Arial"/>
              </a:defRPr>
            </a:lvl7pPr>
            <a:lvl8pPr indent="0" lvl="7" marL="0" marR="0" rtl="0" algn="r">
              <a:spcBef>
                <a:spcPts val="0"/>
              </a:spcBef>
              <a:buNone/>
              <a:defRPr b="0" i="0" sz="800" u="none" cap="none" strike="noStrike">
                <a:solidFill>
                  <a:schemeClr val="dk1"/>
                </a:solidFill>
                <a:latin typeface="Arial"/>
                <a:ea typeface="Arial"/>
                <a:cs typeface="Arial"/>
                <a:sym typeface="Arial"/>
              </a:defRPr>
            </a:lvl8pPr>
            <a:lvl9pPr indent="0" lvl="8" marL="0" marR="0" rtl="0" algn="r">
              <a:spcBef>
                <a:spcPts val="0"/>
              </a:spcBef>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k-SK"/>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7296">
          <p15:clr>
            <a:srgbClr val="F26B43"/>
          </p15:clr>
        </p15:guide>
        <p15:guide id="4"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
          <p:cNvSpPr txBox="1"/>
          <p:nvPr>
            <p:ph type="ctrTitle"/>
          </p:nvPr>
        </p:nvSpPr>
        <p:spPr>
          <a:xfrm>
            <a:off x="612647" y="1143000"/>
            <a:ext cx="8683753" cy="3095149"/>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6000"/>
              <a:buFont typeface="Arial"/>
              <a:buNone/>
            </a:pPr>
            <a:r>
              <a:rPr lang="sk-SK"/>
              <a:t>PRAVOPIS VE</a:t>
            </a:r>
            <a:r>
              <a:rPr lang="sk-SK"/>
              <a:t>ĽKÝCH ZAČIATOČNÝCH PÍSMEN </a:t>
            </a:r>
            <a:endParaRPr/>
          </a:p>
        </p:txBody>
      </p:sp>
      <p:sp>
        <p:nvSpPr>
          <p:cNvPr id="190" name="Google Shape;190;p1"/>
          <p:cNvSpPr txBox="1"/>
          <p:nvPr>
            <p:ph idx="1" type="subTitle"/>
          </p:nvPr>
        </p:nvSpPr>
        <p:spPr>
          <a:xfrm>
            <a:off x="612647" y="4498848"/>
            <a:ext cx="6881457" cy="1014984"/>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sk-SK"/>
              <a:t>Mgr. Michal Sivák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
          <p:cNvSpPr txBox="1"/>
          <p:nvPr>
            <p:ph type="title"/>
          </p:nvPr>
        </p:nvSpPr>
        <p:spPr>
          <a:xfrm>
            <a:off x="614173" y="514649"/>
            <a:ext cx="10963800" cy="972300"/>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Kde sa píše veľké začiatočné písmeno?</a:t>
            </a:r>
            <a:endParaRPr/>
          </a:p>
        </p:txBody>
      </p:sp>
      <p:sp>
        <p:nvSpPr>
          <p:cNvPr id="196" name="Google Shape;196;p2"/>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lang="sk-SK" sz="2400"/>
              <a:t>vlastné mená osôb a zvierat</a:t>
            </a:r>
            <a:endParaRPr/>
          </a:p>
          <a:p>
            <a:pPr indent="-228600" lvl="0" marL="228600" rtl="0" algn="l">
              <a:lnSpc>
                <a:spcPct val="120000"/>
              </a:lnSpc>
              <a:spcBef>
                <a:spcPts val="1000"/>
              </a:spcBef>
              <a:spcAft>
                <a:spcPts val="0"/>
              </a:spcAft>
              <a:buClr>
                <a:schemeClr val="dk1"/>
              </a:buClr>
              <a:buSzPts val="2400"/>
              <a:buChar char="•"/>
            </a:pPr>
            <a:r>
              <a:rPr lang="sk-SK" sz="2400"/>
              <a:t>geografické názvy</a:t>
            </a:r>
            <a:endParaRPr/>
          </a:p>
          <a:p>
            <a:pPr indent="-228600" lvl="0" marL="228600" rtl="0" algn="l">
              <a:lnSpc>
                <a:spcPct val="120000"/>
              </a:lnSpc>
              <a:spcBef>
                <a:spcPts val="1000"/>
              </a:spcBef>
              <a:spcAft>
                <a:spcPts val="0"/>
              </a:spcAft>
              <a:buClr>
                <a:schemeClr val="dk1"/>
              </a:buClr>
              <a:buSzPts val="2400"/>
              <a:buChar char="•"/>
            </a:pPr>
            <a:r>
              <a:rPr lang="sk-SK" sz="2400"/>
              <a:t>názvy ľudských výtvorov</a:t>
            </a:r>
            <a:endParaRPr/>
          </a:p>
          <a:p>
            <a:pPr indent="-228600" lvl="0" marL="228600" rtl="0" algn="l">
              <a:lnSpc>
                <a:spcPct val="120000"/>
              </a:lnSpc>
              <a:spcBef>
                <a:spcPts val="1000"/>
              </a:spcBef>
              <a:spcAft>
                <a:spcPts val="0"/>
              </a:spcAft>
              <a:buClr>
                <a:schemeClr val="dk1"/>
              </a:buClr>
              <a:buSzPts val="2400"/>
              <a:buChar char="•"/>
            </a:pPr>
            <a:r>
              <a:rPr lang="sk-SK" sz="2400"/>
              <a:t>začiatok vety alebo súvetia</a:t>
            </a:r>
            <a:endParaRPr/>
          </a:p>
          <a:p>
            <a:pPr indent="0" lvl="0" marL="0" rtl="0" algn="l">
              <a:lnSpc>
                <a:spcPct val="120000"/>
              </a:lnSpc>
              <a:spcBef>
                <a:spcPts val="1000"/>
              </a:spcBef>
              <a:spcAft>
                <a:spcPts val="0"/>
              </a:spcAft>
              <a:buClr>
                <a:schemeClr val="dk1"/>
              </a:buClr>
              <a:buSzPts val="2400"/>
              <a:buNone/>
            </a:pPr>
            <a:r>
              <a:t/>
            </a:r>
            <a:endParaRPr sz="2400"/>
          </a:p>
          <a:p>
            <a:pPr indent="-76200" lvl="0" marL="228600" rtl="0" algn="l">
              <a:lnSpc>
                <a:spcPct val="120000"/>
              </a:lnSpc>
              <a:spcBef>
                <a:spcPts val="1000"/>
              </a:spcBef>
              <a:spcAft>
                <a:spcPts val="0"/>
              </a:spcAft>
              <a:buClr>
                <a:schemeClr val="dk1"/>
              </a:buClr>
              <a:buSzPts val="240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
          <p:cNvSpPr txBox="1"/>
          <p:nvPr>
            <p:ph type="title"/>
          </p:nvPr>
        </p:nvSpPr>
        <p:spPr>
          <a:xfrm>
            <a:off x="612648" y="514649"/>
            <a:ext cx="10963800" cy="972300"/>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Vlastné mená osôb a zvierat</a:t>
            </a:r>
            <a:endParaRPr/>
          </a:p>
        </p:txBody>
      </p:sp>
      <p:sp>
        <p:nvSpPr>
          <p:cNvPr id="202" name="Google Shape;202;p3"/>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lang="sk-SK" sz="2400"/>
              <a:t>patria sem:</a:t>
            </a:r>
            <a:endParaRPr/>
          </a:p>
          <a:p>
            <a:pPr indent="-457200" lvl="0" marL="457200" rtl="0" algn="l">
              <a:lnSpc>
                <a:spcPct val="120000"/>
              </a:lnSpc>
              <a:spcBef>
                <a:spcPts val="1000"/>
              </a:spcBef>
              <a:spcAft>
                <a:spcPts val="0"/>
              </a:spcAft>
              <a:buClr>
                <a:schemeClr val="dk1"/>
              </a:buClr>
              <a:buSzPts val="2400"/>
              <a:buAutoNum type="arabicPeriod"/>
            </a:pPr>
            <a:r>
              <a:rPr b="1" lang="sk-SK" sz="2400"/>
              <a:t>krstné mená, priezviská, prezývky </a:t>
            </a:r>
            <a:r>
              <a:rPr lang="sk-SK" sz="2400"/>
              <a:t>(Ján Kováč, Jano)</a:t>
            </a:r>
            <a:endParaRPr/>
          </a:p>
          <a:p>
            <a:pPr indent="-457200" lvl="0" marL="457200" rtl="0" algn="l">
              <a:lnSpc>
                <a:spcPct val="120000"/>
              </a:lnSpc>
              <a:spcBef>
                <a:spcPts val="1000"/>
              </a:spcBef>
              <a:spcAft>
                <a:spcPts val="0"/>
              </a:spcAft>
              <a:buClr>
                <a:schemeClr val="dk1"/>
              </a:buClr>
              <a:buSzPts val="2400"/>
              <a:buAutoNum type="arabicPeriod"/>
            </a:pPr>
            <a:r>
              <a:rPr b="1" lang="sk-SK" sz="2400"/>
              <a:t>rodinné mená, názvy dynastií </a:t>
            </a:r>
            <a:r>
              <a:rPr lang="sk-SK" sz="2400"/>
              <a:t>(Arpádovci, Habsburgovci, Kováčovci)</a:t>
            </a:r>
            <a:endParaRPr/>
          </a:p>
          <a:p>
            <a:pPr indent="-457200" lvl="0" marL="457200" rtl="0" algn="l">
              <a:lnSpc>
                <a:spcPct val="120000"/>
              </a:lnSpc>
              <a:spcBef>
                <a:spcPts val="1000"/>
              </a:spcBef>
              <a:spcAft>
                <a:spcPts val="0"/>
              </a:spcAft>
              <a:buClr>
                <a:schemeClr val="dk1"/>
              </a:buClr>
              <a:buSzPts val="2400"/>
              <a:buAutoNum type="arabicPeriod"/>
            </a:pPr>
            <a:r>
              <a:rPr b="1" lang="sk-SK" sz="2400"/>
              <a:t>mená viacerých osôb s rovnakým menom </a:t>
            </a:r>
            <a:r>
              <a:rPr lang="sk-SK" sz="2400"/>
              <a:t>(Janovia, Ferovia – pridáva sa k menu prípona –ovia)</a:t>
            </a:r>
            <a:endParaRPr/>
          </a:p>
          <a:p>
            <a:pPr indent="-457200" lvl="0" marL="457200" rtl="0" algn="l">
              <a:lnSpc>
                <a:spcPct val="120000"/>
              </a:lnSpc>
              <a:spcBef>
                <a:spcPts val="1000"/>
              </a:spcBef>
              <a:spcAft>
                <a:spcPts val="0"/>
              </a:spcAft>
              <a:buClr>
                <a:schemeClr val="dk1"/>
              </a:buClr>
              <a:buSzPts val="2400"/>
              <a:buAutoNum type="arabicPeriod"/>
            </a:pPr>
            <a:r>
              <a:rPr b="1" lang="sk-SK" sz="2400"/>
              <a:t>mená príslušníkov národov, etník, určitých oblastí, obyvateľa krajín/miest </a:t>
            </a:r>
            <a:r>
              <a:rPr lang="sk-SK" sz="2400"/>
              <a:t>(Európan, Slovák, Zvolenčan, Gemerčan, Róm)</a:t>
            </a:r>
            <a:endParaRPr/>
          </a:p>
          <a:p>
            <a:pPr indent="-76200" lvl="0" marL="228600" rtl="0" algn="l">
              <a:lnSpc>
                <a:spcPct val="120000"/>
              </a:lnSpc>
              <a:spcBef>
                <a:spcPts val="1000"/>
              </a:spcBef>
              <a:spcAft>
                <a:spcPts val="0"/>
              </a:spcAft>
              <a:buClr>
                <a:schemeClr val="dk1"/>
              </a:buClr>
              <a:buSzPts val="2400"/>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08" name="Google Shape;208;p4"/>
          <p:cNvSpPr txBox="1"/>
          <p:nvPr>
            <p:ph idx="1" type="body"/>
          </p:nvPr>
        </p:nvSpPr>
        <p:spPr>
          <a:xfrm>
            <a:off x="476603" y="1631248"/>
            <a:ext cx="8915400" cy="40062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20000"/>
              </a:lnSpc>
              <a:spcBef>
                <a:spcPts val="0"/>
              </a:spcBef>
              <a:spcAft>
                <a:spcPts val="0"/>
              </a:spcAft>
              <a:buClr>
                <a:schemeClr val="dk1"/>
              </a:buClr>
              <a:buSzPct val="100000"/>
              <a:buNone/>
            </a:pPr>
            <a:r>
              <a:rPr lang="sk-SK" sz="2400"/>
              <a:t>5. </a:t>
            </a:r>
            <a:r>
              <a:rPr b="1" lang="sk-SK" sz="2400"/>
              <a:t>prívlastky pri rodných menách panovníkov </a:t>
            </a:r>
            <a:r>
              <a:rPr lang="sk-SK" sz="2400"/>
              <a:t>(Mojmír Prvý, Matej Korvín, Ondrej Druhý, Ladislav Pohrobok)</a:t>
            </a:r>
            <a:endParaRPr/>
          </a:p>
          <a:p>
            <a:pPr indent="0" lvl="0" marL="0" rtl="0" algn="l">
              <a:lnSpc>
                <a:spcPct val="120000"/>
              </a:lnSpc>
              <a:spcBef>
                <a:spcPts val="1000"/>
              </a:spcBef>
              <a:spcAft>
                <a:spcPts val="0"/>
              </a:spcAft>
              <a:buClr>
                <a:schemeClr val="dk1"/>
              </a:buClr>
              <a:buSzPct val="100000"/>
              <a:buNone/>
            </a:pPr>
            <a:r>
              <a:rPr lang="sk-SK" sz="2400"/>
              <a:t>6. </a:t>
            </a:r>
            <a:r>
              <a:rPr b="1" lang="sk-SK" sz="2400"/>
              <a:t>mená bohov a božstiev </a:t>
            </a:r>
            <a:r>
              <a:rPr lang="sk-SK" sz="2400"/>
              <a:t>(Boh, Ježiš, Buddha, Jahve, Allah, Perún, Odin, Thor, Amaterasu, Mesiáš, Lucifer, Šiva)</a:t>
            </a:r>
            <a:endParaRPr/>
          </a:p>
          <a:p>
            <a:pPr indent="0" lvl="0" marL="0" rtl="0" algn="l">
              <a:lnSpc>
                <a:spcPct val="120000"/>
              </a:lnSpc>
              <a:spcBef>
                <a:spcPts val="1000"/>
              </a:spcBef>
              <a:spcAft>
                <a:spcPts val="0"/>
              </a:spcAft>
              <a:buClr>
                <a:schemeClr val="dk1"/>
              </a:buClr>
              <a:buSzPct val="100000"/>
              <a:buNone/>
            </a:pPr>
            <a:r>
              <a:rPr lang="sk-SK" sz="2400"/>
              <a:t>7. </a:t>
            </a:r>
            <a:r>
              <a:rPr b="1" lang="sk-SK" sz="2400"/>
              <a:t>mená mytologických alebo rozprávkových bytostí </a:t>
            </a:r>
            <a:r>
              <a:rPr lang="sk-SK" sz="2400"/>
              <a:t>(Popoluška, Červená čiapočka, Mikuláš, Merlin)</a:t>
            </a:r>
            <a:endParaRPr/>
          </a:p>
          <a:p>
            <a:pPr indent="0" lvl="0" marL="0" rtl="0" algn="l">
              <a:lnSpc>
                <a:spcPct val="120000"/>
              </a:lnSpc>
              <a:spcBef>
                <a:spcPts val="1000"/>
              </a:spcBef>
              <a:spcAft>
                <a:spcPts val="0"/>
              </a:spcAft>
              <a:buClr>
                <a:schemeClr val="dk1"/>
              </a:buClr>
              <a:buSzPct val="100000"/>
              <a:buNone/>
            </a:pPr>
            <a:r>
              <a:rPr lang="sk-SK" sz="2400"/>
              <a:t>8. </a:t>
            </a:r>
            <a:r>
              <a:rPr b="1" lang="sk-SK" sz="2400"/>
              <a:t>mená zvierat </a:t>
            </a:r>
            <a:r>
              <a:rPr lang="sk-SK" sz="2400"/>
              <a:t>(Dunčo, Murko, Mica)</a:t>
            </a:r>
            <a:endParaRPr/>
          </a:p>
          <a:p>
            <a:pPr indent="0" lvl="0" marL="0" rtl="0" algn="l">
              <a:lnSpc>
                <a:spcPct val="120000"/>
              </a:lnSpc>
              <a:spcBef>
                <a:spcPts val="1000"/>
              </a:spcBef>
              <a:spcAft>
                <a:spcPts val="0"/>
              </a:spcAft>
              <a:buClr>
                <a:schemeClr val="dk1"/>
              </a:buClr>
              <a:buSzPct val="100000"/>
              <a:buNone/>
            </a:pPr>
            <a:r>
              <a:rPr lang="sk-SK" sz="2400"/>
              <a:t>9. </a:t>
            </a:r>
            <a:r>
              <a:rPr b="1" lang="sk-SK" sz="2400"/>
              <a:t>privlastňovacie prídavné mená utvorené od vlastných mien</a:t>
            </a:r>
            <a:r>
              <a:rPr lang="sk-SK" sz="2400"/>
              <a:t> (Julka – Julkin, Jožo – Jožovo)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POZOR!</a:t>
            </a:r>
            <a:endParaRPr/>
          </a:p>
        </p:txBody>
      </p:sp>
      <p:sp>
        <p:nvSpPr>
          <p:cNvPr id="214" name="Google Shape;214;p5"/>
          <p:cNvSpPr txBox="1"/>
          <p:nvPr>
            <p:ph idx="1" type="body"/>
          </p:nvPr>
        </p:nvSpPr>
        <p:spPr>
          <a:xfrm>
            <a:off x="470481" y="1804639"/>
            <a:ext cx="8915400" cy="4006222"/>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Clr>
                <a:schemeClr val="dk1"/>
              </a:buClr>
              <a:buSzPct val="100000"/>
              <a:buChar char="•"/>
            </a:pPr>
            <a:r>
              <a:rPr lang="sk-SK" sz="2400"/>
              <a:t>ak od vlastného mena utvoríme akostné alebo vzťahové prídavné meno, ktoré nie je súčasťou žiadneho názvu, slovo sa píše s malým písmenom (Štúr – štúrovský básnik, Pezinok – pezinský obchodník)</a:t>
            </a:r>
            <a:endParaRPr/>
          </a:p>
          <a:p>
            <a:pPr indent="-228600" lvl="0" marL="228600" rtl="0" algn="l">
              <a:lnSpc>
                <a:spcPct val="120000"/>
              </a:lnSpc>
              <a:spcBef>
                <a:spcPts val="1000"/>
              </a:spcBef>
              <a:spcAft>
                <a:spcPts val="0"/>
              </a:spcAft>
              <a:buClr>
                <a:schemeClr val="dk1"/>
              </a:buClr>
              <a:buSzPct val="100000"/>
              <a:buChar char="•"/>
            </a:pPr>
            <a:r>
              <a:rPr lang="sk-SK" sz="2400"/>
              <a:t>ak sa vlastné meno použije v prenesenom význame, píše sa malým písmenom (Zlatovláska – princezná z rozprávky, zlatovláska – dievča s blond vlasmi)</a:t>
            </a:r>
            <a:endParaRPr/>
          </a:p>
          <a:p>
            <a:pPr indent="-228600" lvl="0" marL="228600" rtl="0" algn="l">
              <a:lnSpc>
                <a:spcPct val="120000"/>
              </a:lnSpc>
              <a:spcBef>
                <a:spcPts val="1000"/>
              </a:spcBef>
              <a:spcAft>
                <a:spcPts val="0"/>
              </a:spcAft>
              <a:buClr>
                <a:schemeClr val="dk1"/>
              </a:buClr>
              <a:buSzPct val="100000"/>
              <a:buChar char="•"/>
            </a:pPr>
            <a:r>
              <a:rPr lang="sk-SK" sz="2400"/>
              <a:t>slovo „boh“ sa píše vo všeobecnosti malým písmenom, veľkým začiatočným sa píše len vtedy, ak ide o kresťanského boha, ktorého sme tak nazvali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6"/>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Geografické názvy</a:t>
            </a:r>
            <a:endParaRPr/>
          </a:p>
        </p:txBody>
      </p:sp>
      <p:sp>
        <p:nvSpPr>
          <p:cNvPr id="220" name="Google Shape;220;p6"/>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Clr>
                <a:schemeClr val="dk1"/>
              </a:buClr>
              <a:buSzPts val="2400"/>
              <a:buAutoNum type="arabicPeriod"/>
            </a:pPr>
            <a:r>
              <a:rPr b="1" lang="sk-SK" sz="2400"/>
              <a:t>názvy hviezd, planét, meteoritov </a:t>
            </a:r>
            <a:r>
              <a:rPr lang="sk-SK" sz="2400"/>
              <a:t>(Slnko, Sírius, Orion, Jupiter, Mars, Perzeidy, Leonidy, Mesiac)</a:t>
            </a:r>
            <a:endParaRPr/>
          </a:p>
          <a:p>
            <a:pPr indent="-457200" lvl="0" marL="457200" rtl="0" algn="l">
              <a:lnSpc>
                <a:spcPct val="120000"/>
              </a:lnSpc>
              <a:spcBef>
                <a:spcPts val="1000"/>
              </a:spcBef>
              <a:spcAft>
                <a:spcPts val="0"/>
              </a:spcAft>
              <a:buClr>
                <a:schemeClr val="dk1"/>
              </a:buClr>
              <a:buSzPts val="2400"/>
              <a:buAutoNum type="arabicPeriod"/>
            </a:pPr>
            <a:r>
              <a:rPr b="1" lang="sk-SK" sz="2400"/>
              <a:t>názvy kontinentov/svetadielov, ostrovov, mysov, púští, pobreží, pohorí, vrchov, priesmykov, jaskýň </a:t>
            </a:r>
            <a:r>
              <a:rPr lang="sk-SK" sz="2400"/>
              <a:t>(Severná Amerika, Oceánia, Predná India, Pyrenejský polostrov, Mys dobrej nádeje, Sahara, Gobi, Riviéra, Pobrežie slonoviny, Tatry, Himaláje, Kilimandžáro, Údolie smrti, Podunajská nížina, Dobšinská ľadová jaskyňa)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26" name="Google Shape;226;p7"/>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400"/>
              <a:buNone/>
            </a:pPr>
            <a:r>
              <a:rPr lang="sk-SK" sz="2400"/>
              <a:t>3. </a:t>
            </a:r>
            <a:r>
              <a:rPr b="1" lang="sk-SK" sz="2400"/>
              <a:t>názvy krajov, území, štátov, oficiálne názvy štátov, oficiálne používané skrátené tvary štátov a území, správne oblasti </a:t>
            </a:r>
            <a:r>
              <a:rPr lang="sk-SK" sz="2400"/>
              <a:t>(Balkán, Orient, Podunajsko, Slovenská republika, Slovensko, Babylonská ríša, Tirolsko, Kalifornia, Banskobystrický kraj, Tatranský národný park)</a:t>
            </a:r>
            <a:endParaRPr/>
          </a:p>
          <a:p>
            <a:pPr indent="0" lvl="0" marL="0" rtl="0" algn="l">
              <a:lnSpc>
                <a:spcPct val="120000"/>
              </a:lnSpc>
              <a:spcBef>
                <a:spcPts val="1000"/>
              </a:spcBef>
              <a:spcAft>
                <a:spcPts val="0"/>
              </a:spcAft>
              <a:buClr>
                <a:schemeClr val="dk1"/>
              </a:buClr>
              <a:buSzPts val="2400"/>
              <a:buNone/>
            </a:pPr>
            <a:r>
              <a:rPr lang="sk-SK" sz="2400"/>
              <a:t>4. </a:t>
            </a:r>
            <a:r>
              <a:rPr b="1" lang="sk-SK" sz="2400"/>
              <a:t>názvy riek, prameňov, vodných plôch, oceánov, morí, morských prieplavov a morských prúdov </a:t>
            </a:r>
            <a:r>
              <a:rPr lang="sk-SK" sz="2400"/>
              <a:t>(Dunaj, Slatina, Slnečné jazerá, Atlantický oceán, Baltské more, Perzský záliv, Panamský prieplav, Golfský prúd)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8"/>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32" name="Google Shape;232;p8"/>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b="1" lang="sk-SK" sz="2400"/>
              <a:t>názvy miest, obcí, osád, administratívnych častí miest, kúpeľov, ulíc, námestí, chotárov, stavieb, hradov, štadiónov, kostolov, múrov a brán, mostov, fontán </a:t>
            </a:r>
            <a:r>
              <a:rPr lang="sk-SK" sz="2400"/>
              <a:t>(Nové Mesto nad Váhom, New York, Staré Mesto (časť Bratislavy), Sídlisko mládeže, Rajecké Teplice, Hviezdoslavova ulica, Ulica SNP, Trávniky, Koloseum, Sixtínska kaplnka, Spišský hrad, Katedrála sv. Alžbety, Hadriánov val, Veľký čínsky múr, Ganymedova fontána)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9"/>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POZOR!</a:t>
            </a:r>
            <a:endParaRPr/>
          </a:p>
        </p:txBody>
      </p:sp>
      <p:sp>
        <p:nvSpPr>
          <p:cNvPr id="238" name="Google Shape;238;p9"/>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lang="sk-SK" sz="2400"/>
              <a:t>ak ide o viacslovný názov, musíme si všímať, z akých slov sa skladá:</a:t>
            </a:r>
            <a:endParaRPr/>
          </a:p>
          <a:p>
            <a:pPr indent="0" lvl="0" marL="0" rtl="0" algn="l">
              <a:lnSpc>
                <a:spcPct val="120000"/>
              </a:lnSpc>
              <a:spcBef>
                <a:spcPts val="1000"/>
              </a:spcBef>
              <a:spcAft>
                <a:spcPts val="0"/>
              </a:spcAft>
              <a:buClr>
                <a:schemeClr val="dk1"/>
              </a:buClr>
              <a:buSzPts val="2400"/>
              <a:buNone/>
            </a:pPr>
            <a:r>
              <a:rPr lang="sk-SK" sz="2400" u="sng"/>
              <a:t>Severná Amerika </a:t>
            </a:r>
            <a:r>
              <a:rPr lang="sk-SK" sz="2400"/>
              <a:t>-&gt; Amerika ako názov existuje aj samostatne, preto sa píše veľkým; prívlastok Severná je prvým slovom ich spoločného názvu, preto sa píše veľkým</a:t>
            </a:r>
            <a:endParaRPr/>
          </a:p>
          <a:p>
            <a:pPr indent="0" lvl="0" marL="0" rtl="0" algn="l">
              <a:lnSpc>
                <a:spcPct val="120000"/>
              </a:lnSpc>
              <a:spcBef>
                <a:spcPts val="1000"/>
              </a:spcBef>
              <a:spcAft>
                <a:spcPts val="0"/>
              </a:spcAft>
              <a:buClr>
                <a:schemeClr val="dk1"/>
              </a:buClr>
              <a:buSzPts val="2400"/>
              <a:buNone/>
            </a:pPr>
            <a:r>
              <a:t/>
            </a:r>
            <a:endParaRPr sz="2400"/>
          </a:p>
          <a:p>
            <a:pPr indent="0" lvl="0" marL="0" rtl="0" algn="l">
              <a:lnSpc>
                <a:spcPct val="120000"/>
              </a:lnSpc>
              <a:spcBef>
                <a:spcPts val="1000"/>
              </a:spcBef>
              <a:spcAft>
                <a:spcPts val="0"/>
              </a:spcAft>
              <a:buClr>
                <a:schemeClr val="dk1"/>
              </a:buClr>
              <a:buSzPts val="2400"/>
              <a:buNone/>
            </a:pPr>
            <a:r>
              <a:rPr lang="sk-SK" sz="2400" u="sng"/>
              <a:t>Mys dobrej nádeje </a:t>
            </a:r>
            <a:r>
              <a:rPr lang="sk-SK" sz="2400"/>
              <a:t>-&gt; ani „dobrej“, ani „nádeje“ neexistujú ako samostatné názvy, preto v tomto prípade veľkým písmenom píšeme len prvé slovo spoločného názvu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0"/>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44" name="Google Shape;244;p10"/>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lang="sk-SK" sz="2400"/>
              <a:t>pomenovania krajín, motivované osobami alebo udalosťami, sa nepovažujú za oficiálne, čiže nie sú vlastnými menami (predmníchovská republika – hovorový názov ČSR pred Mníchovskou dohodou; habsburská monarchia – Rakúsko-Uhorsko počas vlády Habsburgovcov)</a:t>
            </a:r>
            <a:endParaRPr/>
          </a:p>
          <a:p>
            <a:pPr indent="-228600" lvl="0" marL="228600" rtl="0" algn="l">
              <a:lnSpc>
                <a:spcPct val="120000"/>
              </a:lnSpc>
              <a:spcBef>
                <a:spcPts val="1000"/>
              </a:spcBef>
              <a:spcAft>
                <a:spcPts val="0"/>
              </a:spcAft>
              <a:buClr>
                <a:schemeClr val="dk1"/>
              </a:buClr>
              <a:buSzPts val="2400"/>
              <a:buChar char="•"/>
            </a:pPr>
            <a:r>
              <a:rPr lang="sk-SK" sz="2400"/>
              <a:t>ak od názvu utvoríme prídavné meno, už sa píše malým písmenom (Slovensko – slovenský, Gemer – gemerský, Zvolen – zvolenský)</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50" name="Google Shape;250;p11"/>
          <p:cNvSpPr txBox="1"/>
          <p:nvPr>
            <p:ph idx="1" type="body"/>
          </p:nvPr>
        </p:nvSpPr>
        <p:spPr>
          <a:xfrm>
            <a:off x="414724" y="1801091"/>
            <a:ext cx="8915400" cy="411013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chemeClr val="dk1"/>
              </a:buClr>
              <a:buSzPct val="100000"/>
              <a:buChar char="•"/>
            </a:pPr>
            <a:r>
              <a:rPr lang="sk-SK" sz="2400"/>
              <a:t>v názvoch miest a obcí sa píšu všetky plnovýznamové slová veľkým začiatočným písmenom (Dubnica nad Váhom – len predložka ostáva malá)</a:t>
            </a:r>
            <a:endParaRPr/>
          </a:p>
          <a:p>
            <a:pPr indent="-228600" lvl="0" marL="228600" rtl="0" algn="l">
              <a:lnSpc>
                <a:spcPct val="120000"/>
              </a:lnSpc>
              <a:spcBef>
                <a:spcPts val="1000"/>
              </a:spcBef>
              <a:spcAft>
                <a:spcPts val="0"/>
              </a:spcAft>
              <a:buClr>
                <a:schemeClr val="dk1"/>
              </a:buClr>
              <a:buSzPct val="100000"/>
              <a:buChar char="•"/>
            </a:pPr>
            <a:r>
              <a:rPr lang="sk-SK" sz="2400"/>
              <a:t>v ostatných geografických názvoch sa veľkým písmenom okrem prvého slova píšu len tie časti zloženého názvu, ktoré existujú ako názov aj samostatne</a:t>
            </a:r>
            <a:endParaRPr/>
          </a:p>
          <a:p>
            <a:pPr indent="-228600" lvl="0" marL="228600" rtl="0" algn="l">
              <a:lnSpc>
                <a:spcPct val="120000"/>
              </a:lnSpc>
              <a:spcBef>
                <a:spcPts val="1000"/>
              </a:spcBef>
              <a:spcAft>
                <a:spcPts val="0"/>
              </a:spcAft>
              <a:buClr>
                <a:schemeClr val="dk1"/>
              </a:buClr>
              <a:buSzPct val="100000"/>
              <a:buChar char="•"/>
            </a:pPr>
            <a:r>
              <a:rPr lang="sk-SK" sz="2400" u="sng"/>
              <a:t>ulica/Ulica</a:t>
            </a:r>
            <a:r>
              <a:rPr lang="sk-SK" sz="2400"/>
              <a:t> – slovo ulica sa píše veľkým začiatočným len vtedy, ak je prvým slovom názvu ulice (Ulica SNP); ak je pred ním privlastňovacie prídavné meno, už sa píše malým (Hviezdoslavova ulica)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56" name="Google Shape;256;p12"/>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lang="sk-SK" sz="2400"/>
              <a:t>Štrbské pleso/Štrbské Pleso -&gt; Štrbské pleso je horské pleso (jazierko), kým Štrbské Pleso je názov obce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3"/>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Názvy ľudských výtvorov</a:t>
            </a:r>
            <a:endParaRPr/>
          </a:p>
        </p:txBody>
      </p:sp>
      <p:sp>
        <p:nvSpPr>
          <p:cNvPr id="262" name="Google Shape;262;p13"/>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Clr>
                <a:schemeClr val="dk1"/>
              </a:buClr>
              <a:buSzPts val="2400"/>
              <a:buAutoNum type="arabicPeriod"/>
            </a:pPr>
            <a:r>
              <a:rPr b="1" lang="sk-SK" sz="2400"/>
              <a:t>pomenovania časových úsekov, sviatkov </a:t>
            </a:r>
            <a:r>
              <a:rPr lang="sk-SK" sz="2400"/>
              <a:t>(Nový rok, Vianoce, Veľká noc, Medzinárodný deň detí)</a:t>
            </a:r>
            <a:endParaRPr/>
          </a:p>
          <a:p>
            <a:pPr indent="-457200" lvl="0" marL="457200" rtl="0" algn="l">
              <a:lnSpc>
                <a:spcPct val="120000"/>
              </a:lnSpc>
              <a:spcBef>
                <a:spcPts val="1000"/>
              </a:spcBef>
              <a:spcAft>
                <a:spcPts val="0"/>
              </a:spcAft>
              <a:buClr>
                <a:schemeClr val="dk1"/>
              </a:buClr>
              <a:buSzPts val="2400"/>
              <a:buAutoNum type="arabicPeriod"/>
            </a:pPr>
            <a:r>
              <a:rPr b="1" lang="sk-SK" sz="2400"/>
              <a:t>názvy závažných dejinných udalostí </a:t>
            </a:r>
            <a:r>
              <a:rPr lang="sk-SK" sz="2400"/>
              <a:t>(Slovenské národné povstanie, Francúzska revolúcia, Spartakovo povstanie)</a:t>
            </a:r>
            <a:endParaRPr/>
          </a:p>
          <a:p>
            <a:pPr indent="-457200" lvl="0" marL="457200" rtl="0" algn="l">
              <a:lnSpc>
                <a:spcPct val="120000"/>
              </a:lnSpc>
              <a:spcBef>
                <a:spcPts val="1000"/>
              </a:spcBef>
              <a:spcAft>
                <a:spcPts val="0"/>
              </a:spcAft>
              <a:buClr>
                <a:schemeClr val="dk1"/>
              </a:buClr>
              <a:buSzPts val="2400"/>
              <a:buAutoNum type="arabicPeriod"/>
            </a:pPr>
            <a:r>
              <a:rPr b="1" lang="sk-SK" sz="2400"/>
              <a:t>názvy jedinečných úradov, komisií, štátnych orgánov </a:t>
            </a:r>
            <a:r>
              <a:rPr lang="sk-SK" sz="2400"/>
              <a:t>(Európska únia, Národná rada Slovenskej republiky, Ministerstvo školstva SR)</a:t>
            </a:r>
            <a:endParaRPr/>
          </a:p>
          <a:p>
            <a:pPr indent="-457200" lvl="0" marL="457200" rtl="0" algn="l">
              <a:lnSpc>
                <a:spcPct val="120000"/>
              </a:lnSpc>
              <a:spcBef>
                <a:spcPts val="1000"/>
              </a:spcBef>
              <a:spcAft>
                <a:spcPts val="0"/>
              </a:spcAft>
              <a:buClr>
                <a:schemeClr val="dk1"/>
              </a:buClr>
              <a:buSzPts val="2400"/>
              <a:buAutoNum type="arabicPeriod"/>
            </a:pPr>
            <a:r>
              <a:rPr b="1" lang="sk-SK" sz="2400"/>
              <a:t>názvy verejných inštitúcií, škôl </a:t>
            </a:r>
            <a:r>
              <a:rPr lang="sk-SK" sz="2400"/>
              <a:t>(Univerzita Komenského, Slovenská akadémia vied, Všeobecná zdravotná poisťovňa)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68" name="Google Shape;268;p14"/>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400"/>
              <a:buNone/>
            </a:pPr>
            <a:r>
              <a:rPr lang="sk-SK" sz="2400"/>
              <a:t>5. </a:t>
            </a:r>
            <a:r>
              <a:rPr b="1" lang="sk-SK" sz="2400"/>
              <a:t>názvy nemocníc, múzeí, galérií, divadiel, kín, podnikov, spolkov </a:t>
            </a:r>
            <a:r>
              <a:rPr lang="sk-SK" sz="2400"/>
              <a:t>(Fakultná nemocnica v Bratislave, Slovenské národné divadlo, Šarišské múzeum, Opera Slovenského národného divadla, Slovak Telecom, Slovenský červený kríž)</a:t>
            </a:r>
            <a:endParaRPr/>
          </a:p>
          <a:p>
            <a:pPr indent="0" lvl="0" marL="0" rtl="0" algn="l">
              <a:lnSpc>
                <a:spcPct val="120000"/>
              </a:lnSpc>
              <a:spcBef>
                <a:spcPts val="1000"/>
              </a:spcBef>
              <a:spcAft>
                <a:spcPts val="0"/>
              </a:spcAft>
              <a:buClr>
                <a:schemeClr val="dk1"/>
              </a:buClr>
              <a:buSzPts val="2400"/>
              <a:buNone/>
            </a:pPr>
            <a:r>
              <a:rPr lang="sk-SK" sz="2400"/>
              <a:t>6. </a:t>
            </a:r>
            <a:r>
              <a:rPr b="1" lang="sk-SK" sz="2400"/>
              <a:t>názvy umeleckých a vedeckých diel, písomností, názvy novín, časopisov a relácií </a:t>
            </a:r>
            <a:r>
              <a:rPr lang="sk-SK" sz="2400"/>
              <a:t>(Božská komédia, Malý princ, Clevelandská dohoda, Trianonská zmluva, Hospodárske noviny, Sedmička, Na telo)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5"/>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t/>
            </a:r>
            <a:endParaRPr/>
          </a:p>
        </p:txBody>
      </p:sp>
      <p:sp>
        <p:nvSpPr>
          <p:cNvPr id="274" name="Google Shape;274;p15"/>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400"/>
              <a:buNone/>
            </a:pPr>
            <a:r>
              <a:rPr lang="sk-SK" sz="2400"/>
              <a:t>7. </a:t>
            </a:r>
            <a:r>
              <a:rPr b="1" lang="sk-SK" sz="2400"/>
              <a:t>názvy sériových značiek, kozmetických prípravkov, liekov, odrôd, jedinečných dopravných prostriedkov </a:t>
            </a:r>
            <a:r>
              <a:rPr lang="sk-SK" sz="2400"/>
              <a:t>(Škoda Superb, Sony Ericsson, Canon, Samsung Galaxy, Signal, Oriflame, Acylpyrin, Titanic, Challenger)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6"/>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dk1"/>
              </a:buClr>
              <a:buSzPts val="2800"/>
              <a:buFont typeface="Arial"/>
              <a:buNone/>
            </a:pPr>
            <a:r>
              <a:rPr lang="sk-SK"/>
              <a:t>POZOR!</a:t>
            </a:r>
            <a:endParaRPr/>
          </a:p>
        </p:txBody>
      </p:sp>
      <p:sp>
        <p:nvSpPr>
          <p:cNvPr id="280" name="Google Shape;280;p16"/>
          <p:cNvSpPr txBox="1"/>
          <p:nvPr>
            <p:ph idx="1" type="body"/>
          </p:nvPr>
        </p:nvSpPr>
        <p:spPr>
          <a:xfrm>
            <a:off x="612647" y="1709862"/>
            <a:ext cx="10963656" cy="4513752"/>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400"/>
              <a:buChar char="•"/>
            </a:pPr>
            <a:r>
              <a:rPr lang="sk-SK" sz="2400"/>
              <a:t>niektorým dejinným udalostiam názvy len „prischli“, tie píšeme malým písmenom (druhá svetová vojna, trójska vojna, studená vojna) -&gt; veľkým sa píšu len vtedy, ak figurujú ako názov literárneho diela alebo ako nadpis v zošite</a:t>
            </a:r>
            <a:endParaRPr sz="2400"/>
          </a:p>
          <a:p>
            <a:pPr indent="-228600" lvl="0" marL="228600" rtl="0" algn="l">
              <a:lnSpc>
                <a:spcPct val="120000"/>
              </a:lnSpc>
              <a:spcBef>
                <a:spcPts val="1000"/>
              </a:spcBef>
              <a:spcAft>
                <a:spcPts val="0"/>
              </a:spcAft>
              <a:buClr>
                <a:schemeClr val="dk1"/>
              </a:buClr>
              <a:buSzPts val="2400"/>
              <a:buChar char="•"/>
            </a:pPr>
            <a:r>
              <a:rPr lang="sk-SK" sz="2400" u="sng"/>
              <a:t>nový rok/Nový rok </a:t>
            </a:r>
            <a:r>
              <a:rPr lang="sk-SK" sz="2400"/>
              <a:t>-&gt; nový rok = celý rok, ktorý sa práve začal; Nový rok = prvý deň v roku (1. január)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Helena">
  <a:themeElements>
    <a:clrScheme name="Helena">
      <a:dk1>
        <a:srgbClr val="000000"/>
      </a:dk1>
      <a:lt1>
        <a:srgbClr val="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2021-02-01T10:46:00Z</dcterms:created>
  <dc:creator>User</dc:creator>
</cp:coreProperties>
</file>