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sldIdLst>
    <p:sldId id="256" r:id="rId2"/>
    <p:sldId id="257" r:id="rId3"/>
    <p:sldId id="258" r:id="rId4"/>
    <p:sldId id="259" r:id="rId5"/>
    <p:sldId id="267" r:id="rId6"/>
    <p:sldId id="261" r:id="rId7"/>
    <p:sldId id="260" r:id="rId8"/>
    <p:sldId id="262" r:id="rId9"/>
    <p:sldId id="263" r:id="rId10"/>
    <p:sldId id="264" r:id="rId11"/>
    <p:sldId id="277" r:id="rId12"/>
    <p:sldId id="268" r:id="rId13"/>
    <p:sldId id="265" r:id="rId14"/>
    <p:sldId id="266" r:id="rId15"/>
    <p:sldId id="269" r:id="rId16"/>
    <p:sldId id="270" r:id="rId17"/>
    <p:sldId id="272" r:id="rId18"/>
    <p:sldId id="271" r:id="rId19"/>
    <p:sldId id="273" r:id="rId20"/>
    <p:sldId id="274" r:id="rId21"/>
    <p:sldId id="276" r:id="rId22"/>
    <p:sldId id="275" r:id="rId23"/>
    <p:sldId id="278" r:id="rId24"/>
    <p:sldId id="279" r:id="rId25"/>
    <p:sldId id="280" r:id="rId26"/>
    <p:sldId id="282" r:id="rId27"/>
    <p:sldId id="283" r:id="rId28"/>
    <p:sldId id="281" r:id="rId29"/>
    <p:sldId id="284" r:id="rId30"/>
    <p:sldId id="285" r:id="rId31"/>
    <p:sldId id="286" r:id="rId32"/>
    <p:sldId id="288" r:id="rId33"/>
    <p:sldId id="287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Stredný štýl 4 - zvýrazneni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Stredný štýl 4 - zvýrazneni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Stredný štýl 4 - zvýrazneni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76"/>
  </p:normalViewPr>
  <p:slideViewPr>
    <p:cSldViewPr snapToGrid="0">
      <p:cViewPr varScale="1">
        <p:scale>
          <a:sx n="112" d="100"/>
          <a:sy n="112" d="100"/>
        </p:scale>
        <p:origin x="60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inika Gulyásová" userId="53ae8ad87f28fb73" providerId="LiveId" clId="{436F8EBE-2F76-42E0-981B-8B14D5A95E32}"/>
    <pc:docChg chg="undo custSel addSld modSld">
      <pc:chgData name="Dominika Gulyásová" userId="53ae8ad87f28fb73" providerId="LiveId" clId="{436F8EBE-2F76-42E0-981B-8B14D5A95E32}" dt="2021-12-01T15:10:32.898" v="4310"/>
      <pc:docMkLst>
        <pc:docMk/>
      </pc:docMkLst>
      <pc:sldChg chg="modSp new mod">
        <pc:chgData name="Dominika Gulyásová" userId="53ae8ad87f28fb73" providerId="LiveId" clId="{436F8EBE-2F76-42E0-981B-8B14D5A95E32}" dt="2021-11-27T14:40:12.347" v="88" actId="1076"/>
        <pc:sldMkLst>
          <pc:docMk/>
          <pc:sldMk cId="2769741774" sldId="256"/>
        </pc:sldMkLst>
        <pc:spChg chg="mod">
          <ac:chgData name="Dominika Gulyásová" userId="53ae8ad87f28fb73" providerId="LiveId" clId="{436F8EBE-2F76-42E0-981B-8B14D5A95E32}" dt="2021-11-27T14:40:12.347" v="88" actId="1076"/>
          <ac:spMkLst>
            <pc:docMk/>
            <pc:sldMk cId="2769741774" sldId="256"/>
            <ac:spMk id="2" creationId="{73124EFD-A7C3-471B-9226-A2D210F4A7CF}"/>
          </ac:spMkLst>
        </pc:spChg>
        <pc:spChg chg="mod">
          <ac:chgData name="Dominika Gulyásová" userId="53ae8ad87f28fb73" providerId="LiveId" clId="{436F8EBE-2F76-42E0-981B-8B14D5A95E32}" dt="2021-11-27T14:40:08.713" v="87"/>
          <ac:spMkLst>
            <pc:docMk/>
            <pc:sldMk cId="2769741774" sldId="256"/>
            <ac:spMk id="3" creationId="{1E762047-82D7-42B1-8CC3-AF3EE98F35C8}"/>
          </ac:spMkLst>
        </pc:spChg>
      </pc:sldChg>
      <pc:sldChg chg="addSp delSp modSp new mod modAnim">
        <pc:chgData name="Dominika Gulyásová" userId="53ae8ad87f28fb73" providerId="LiveId" clId="{436F8EBE-2F76-42E0-981B-8B14D5A95E32}" dt="2021-11-27T15:31:21.122" v="2263"/>
        <pc:sldMkLst>
          <pc:docMk/>
          <pc:sldMk cId="2392333762" sldId="257"/>
        </pc:sldMkLst>
        <pc:spChg chg="mod">
          <ac:chgData name="Dominika Gulyásová" userId="53ae8ad87f28fb73" providerId="LiveId" clId="{436F8EBE-2F76-42E0-981B-8B14D5A95E32}" dt="2021-11-27T14:40:20.424" v="103" actId="20577"/>
          <ac:spMkLst>
            <pc:docMk/>
            <pc:sldMk cId="2392333762" sldId="257"/>
            <ac:spMk id="2" creationId="{5C3800E5-271D-409F-B404-57CFED5D0AC8}"/>
          </ac:spMkLst>
        </pc:spChg>
        <pc:spChg chg="del mod">
          <ac:chgData name="Dominika Gulyásová" userId="53ae8ad87f28fb73" providerId="LiveId" clId="{436F8EBE-2F76-42E0-981B-8B14D5A95E32}" dt="2021-11-27T14:40:30.772" v="105" actId="478"/>
          <ac:spMkLst>
            <pc:docMk/>
            <pc:sldMk cId="2392333762" sldId="257"/>
            <ac:spMk id="3" creationId="{0B4DFB72-65B0-4A08-82B2-34373C26584B}"/>
          </ac:spMkLst>
        </pc:spChg>
        <pc:spChg chg="add mod">
          <ac:chgData name="Dominika Gulyásová" userId="53ae8ad87f28fb73" providerId="LiveId" clId="{436F8EBE-2F76-42E0-981B-8B14D5A95E32}" dt="2021-11-27T14:43:14.769" v="251" actId="14100"/>
          <ac:spMkLst>
            <pc:docMk/>
            <pc:sldMk cId="2392333762" sldId="257"/>
            <ac:spMk id="4" creationId="{00BF4B27-5A50-4FF6-9049-360590DEDCFF}"/>
          </ac:spMkLst>
        </pc:spChg>
        <pc:spChg chg="add mod">
          <ac:chgData name="Dominika Gulyásová" userId="53ae8ad87f28fb73" providerId="LiveId" clId="{436F8EBE-2F76-42E0-981B-8B14D5A95E32}" dt="2021-11-27T14:43:20.015" v="252" actId="1076"/>
          <ac:spMkLst>
            <pc:docMk/>
            <pc:sldMk cId="2392333762" sldId="257"/>
            <ac:spMk id="5" creationId="{5149CD21-8838-4A8E-B2BB-325F868F2DB4}"/>
          </ac:spMkLst>
        </pc:spChg>
        <pc:spChg chg="add mod">
          <ac:chgData name="Dominika Gulyásová" userId="53ae8ad87f28fb73" providerId="LiveId" clId="{436F8EBE-2F76-42E0-981B-8B14D5A95E32}" dt="2021-11-27T14:43:57.493" v="291" actId="113"/>
          <ac:spMkLst>
            <pc:docMk/>
            <pc:sldMk cId="2392333762" sldId="257"/>
            <ac:spMk id="6" creationId="{250C4DBC-33D7-4D33-9842-EE35C8200432}"/>
          </ac:spMkLst>
        </pc:spChg>
        <pc:spChg chg="add mod">
          <ac:chgData name="Dominika Gulyásová" userId="53ae8ad87f28fb73" providerId="LiveId" clId="{436F8EBE-2F76-42E0-981B-8B14D5A95E32}" dt="2021-11-27T14:44:45.350" v="329" actId="1076"/>
          <ac:spMkLst>
            <pc:docMk/>
            <pc:sldMk cId="2392333762" sldId="257"/>
            <ac:spMk id="7" creationId="{5846A997-38CB-43CF-BD4B-B173A47BA4B9}"/>
          </ac:spMkLst>
        </pc:spChg>
        <pc:spChg chg="add del mod">
          <ac:chgData name="Dominika Gulyásová" userId="53ae8ad87f28fb73" providerId="LiveId" clId="{436F8EBE-2F76-42E0-981B-8B14D5A95E32}" dt="2021-11-27T14:45:42.708" v="400" actId="21"/>
          <ac:spMkLst>
            <pc:docMk/>
            <pc:sldMk cId="2392333762" sldId="257"/>
            <ac:spMk id="8" creationId="{FD6FF2B2-C789-4572-BA17-07111D74ABB5}"/>
          </ac:spMkLst>
        </pc:spChg>
        <pc:spChg chg="add del mod">
          <ac:chgData name="Dominika Gulyásová" userId="53ae8ad87f28fb73" providerId="LiveId" clId="{436F8EBE-2F76-42E0-981B-8B14D5A95E32}" dt="2021-11-27T14:46:22.098" v="445" actId="21"/>
          <ac:spMkLst>
            <pc:docMk/>
            <pc:sldMk cId="2392333762" sldId="257"/>
            <ac:spMk id="9" creationId="{07D3941C-AE22-410E-B131-0601EB276DD3}"/>
          </ac:spMkLst>
        </pc:spChg>
        <pc:spChg chg="add mod">
          <ac:chgData name="Dominika Gulyásová" userId="53ae8ad87f28fb73" providerId="LiveId" clId="{436F8EBE-2F76-42E0-981B-8B14D5A95E32}" dt="2021-11-27T14:45:39.341" v="399" actId="1076"/>
          <ac:spMkLst>
            <pc:docMk/>
            <pc:sldMk cId="2392333762" sldId="257"/>
            <ac:spMk id="10" creationId="{EE1C9E98-794A-498F-8443-7F53744B70B5}"/>
          </ac:spMkLst>
        </pc:spChg>
        <pc:spChg chg="add mod">
          <ac:chgData name="Dominika Gulyásová" userId="53ae8ad87f28fb73" providerId="LiveId" clId="{436F8EBE-2F76-42E0-981B-8B14D5A95E32}" dt="2021-11-27T14:45:50.013" v="403" actId="14100"/>
          <ac:spMkLst>
            <pc:docMk/>
            <pc:sldMk cId="2392333762" sldId="257"/>
            <ac:spMk id="11" creationId="{19DA58F1-7836-472E-92B9-C11D73E1D1A4}"/>
          </ac:spMkLst>
        </pc:spChg>
        <pc:spChg chg="add mod">
          <ac:chgData name="Dominika Gulyásová" userId="53ae8ad87f28fb73" providerId="LiveId" clId="{436F8EBE-2F76-42E0-981B-8B14D5A95E32}" dt="2021-11-27T14:46:18.735" v="443" actId="1076"/>
          <ac:spMkLst>
            <pc:docMk/>
            <pc:sldMk cId="2392333762" sldId="257"/>
            <ac:spMk id="12" creationId="{31D61F7D-D52F-4136-BE2E-973C8EB7A751}"/>
          </ac:spMkLst>
        </pc:spChg>
        <pc:spChg chg="add mod">
          <ac:chgData name="Dominika Gulyásová" userId="53ae8ad87f28fb73" providerId="LiveId" clId="{436F8EBE-2F76-42E0-981B-8B14D5A95E32}" dt="2021-11-27T14:46:48.953" v="508" actId="1076"/>
          <ac:spMkLst>
            <pc:docMk/>
            <pc:sldMk cId="2392333762" sldId="257"/>
            <ac:spMk id="13" creationId="{7DB8D0E6-984F-457E-96B0-9BC123BF1D99}"/>
          </ac:spMkLst>
        </pc:spChg>
      </pc:sldChg>
      <pc:sldChg chg="addSp delSp modSp new mod modAnim">
        <pc:chgData name="Dominika Gulyásová" userId="53ae8ad87f28fb73" providerId="LiveId" clId="{436F8EBE-2F76-42E0-981B-8B14D5A95E32}" dt="2021-11-27T15:33:18.538" v="2287"/>
        <pc:sldMkLst>
          <pc:docMk/>
          <pc:sldMk cId="1572917344" sldId="258"/>
        </pc:sldMkLst>
        <pc:spChg chg="del">
          <ac:chgData name="Dominika Gulyásová" userId="53ae8ad87f28fb73" providerId="LiveId" clId="{436F8EBE-2F76-42E0-981B-8B14D5A95E32}" dt="2021-11-27T14:47:20.488" v="510" actId="478"/>
          <ac:spMkLst>
            <pc:docMk/>
            <pc:sldMk cId="1572917344" sldId="258"/>
            <ac:spMk id="2" creationId="{9C93668F-2B39-4D2E-85CF-520C9BF2FDB2}"/>
          </ac:spMkLst>
        </pc:spChg>
        <pc:spChg chg="mod">
          <ac:chgData name="Dominika Gulyásová" userId="53ae8ad87f28fb73" providerId="LiveId" clId="{436F8EBE-2F76-42E0-981B-8B14D5A95E32}" dt="2021-11-27T14:49:34.326" v="639" actId="27636"/>
          <ac:spMkLst>
            <pc:docMk/>
            <pc:sldMk cId="1572917344" sldId="258"/>
            <ac:spMk id="3" creationId="{CDFC8752-063C-40CD-927C-3E48DC2FC809}"/>
          </ac:spMkLst>
        </pc:spChg>
        <pc:spChg chg="add mod">
          <ac:chgData name="Dominika Gulyásová" userId="53ae8ad87f28fb73" providerId="LiveId" clId="{436F8EBE-2F76-42E0-981B-8B14D5A95E32}" dt="2021-11-27T14:48:31.961" v="585" actId="1076"/>
          <ac:spMkLst>
            <pc:docMk/>
            <pc:sldMk cId="1572917344" sldId="258"/>
            <ac:spMk id="4" creationId="{643EA721-AFE3-485A-A706-BD23DBFBD836}"/>
          </ac:spMkLst>
        </pc:spChg>
        <pc:spChg chg="add mod">
          <ac:chgData name="Dominika Gulyásová" userId="53ae8ad87f28fb73" providerId="LiveId" clId="{436F8EBE-2F76-42E0-981B-8B14D5A95E32}" dt="2021-11-27T14:48:35.236" v="586" actId="1076"/>
          <ac:spMkLst>
            <pc:docMk/>
            <pc:sldMk cId="1572917344" sldId="258"/>
            <ac:spMk id="5" creationId="{AEC01FA8-C673-4C8E-81CD-4953B8DF0108}"/>
          </ac:spMkLst>
        </pc:spChg>
        <pc:spChg chg="add mod">
          <ac:chgData name="Dominika Gulyásová" userId="53ae8ad87f28fb73" providerId="LiveId" clId="{436F8EBE-2F76-42E0-981B-8B14D5A95E32}" dt="2021-11-27T14:48:37.172" v="587" actId="1076"/>
          <ac:spMkLst>
            <pc:docMk/>
            <pc:sldMk cId="1572917344" sldId="258"/>
            <ac:spMk id="6" creationId="{52D8141B-E913-4BCA-AA74-6BCD4588395C}"/>
          </ac:spMkLst>
        </pc:spChg>
        <pc:spChg chg="add mod">
          <ac:chgData name="Dominika Gulyásová" userId="53ae8ad87f28fb73" providerId="LiveId" clId="{436F8EBE-2F76-42E0-981B-8B14D5A95E32}" dt="2021-11-27T14:48:39.813" v="588" actId="1076"/>
          <ac:spMkLst>
            <pc:docMk/>
            <pc:sldMk cId="1572917344" sldId="258"/>
            <ac:spMk id="7" creationId="{2A5103DC-3213-492E-BD74-E73329DABACD}"/>
          </ac:spMkLst>
        </pc:spChg>
        <pc:spChg chg="add mod">
          <ac:chgData name="Dominika Gulyásová" userId="53ae8ad87f28fb73" providerId="LiveId" clId="{436F8EBE-2F76-42E0-981B-8B14D5A95E32}" dt="2021-11-27T14:57:36.960" v="768" actId="1076"/>
          <ac:spMkLst>
            <pc:docMk/>
            <pc:sldMk cId="1572917344" sldId="258"/>
            <ac:spMk id="8" creationId="{F3C31FE4-2E18-46F9-B453-5A9A92FB04A0}"/>
          </ac:spMkLst>
        </pc:spChg>
        <pc:spChg chg="add del mod">
          <ac:chgData name="Dominika Gulyásová" userId="53ae8ad87f28fb73" providerId="LiveId" clId="{436F8EBE-2F76-42E0-981B-8B14D5A95E32}" dt="2021-11-27T14:51:13.245" v="648" actId="478"/>
          <ac:spMkLst>
            <pc:docMk/>
            <pc:sldMk cId="1572917344" sldId="258"/>
            <ac:spMk id="13" creationId="{546C8883-C0DF-4652-B705-DFD36CB61466}"/>
          </ac:spMkLst>
        </pc:spChg>
        <pc:spChg chg="add mod">
          <ac:chgData name="Dominika Gulyásová" userId="53ae8ad87f28fb73" providerId="LiveId" clId="{436F8EBE-2F76-42E0-981B-8B14D5A95E32}" dt="2021-11-27T14:54:08.915" v="673" actId="113"/>
          <ac:spMkLst>
            <pc:docMk/>
            <pc:sldMk cId="1572917344" sldId="258"/>
            <ac:spMk id="18" creationId="{6D0F8E56-32B4-4AD6-B07B-6E66667F9D89}"/>
          </ac:spMkLst>
        </pc:spChg>
        <pc:spChg chg="add mod">
          <ac:chgData name="Dominika Gulyásová" userId="53ae8ad87f28fb73" providerId="LiveId" clId="{436F8EBE-2F76-42E0-981B-8B14D5A95E32}" dt="2021-11-27T14:54:28.051" v="689" actId="1076"/>
          <ac:spMkLst>
            <pc:docMk/>
            <pc:sldMk cId="1572917344" sldId="258"/>
            <ac:spMk id="19" creationId="{A418CF26-DFF3-404E-8B0D-3622BCBB9ADD}"/>
          </ac:spMkLst>
        </pc:spChg>
        <pc:spChg chg="add mod">
          <ac:chgData name="Dominika Gulyásová" userId="53ae8ad87f28fb73" providerId="LiveId" clId="{436F8EBE-2F76-42E0-981B-8B14D5A95E32}" dt="2021-11-27T14:54:36.919" v="694" actId="20577"/>
          <ac:spMkLst>
            <pc:docMk/>
            <pc:sldMk cId="1572917344" sldId="258"/>
            <ac:spMk id="20" creationId="{EB874A70-647B-49E8-8D43-60091F3611AC}"/>
          </ac:spMkLst>
        </pc:spChg>
        <pc:spChg chg="add mod">
          <ac:chgData name="Dominika Gulyásová" userId="53ae8ad87f28fb73" providerId="LiveId" clId="{436F8EBE-2F76-42E0-981B-8B14D5A95E32}" dt="2021-11-27T14:55:02.025" v="704" actId="1076"/>
          <ac:spMkLst>
            <pc:docMk/>
            <pc:sldMk cId="1572917344" sldId="258"/>
            <ac:spMk id="21" creationId="{992BB07E-34C7-486D-85E5-16023DFD44BD}"/>
          </ac:spMkLst>
        </pc:spChg>
        <pc:spChg chg="add mod">
          <ac:chgData name="Dominika Gulyásová" userId="53ae8ad87f28fb73" providerId="LiveId" clId="{436F8EBE-2F76-42E0-981B-8B14D5A95E32}" dt="2021-11-27T15:08:16.113" v="1127" actId="1076"/>
          <ac:spMkLst>
            <pc:docMk/>
            <pc:sldMk cId="1572917344" sldId="258"/>
            <ac:spMk id="22" creationId="{F128F641-716F-4A57-9BE6-CE48ED3D702A}"/>
          </ac:spMkLst>
        </pc:spChg>
        <pc:spChg chg="add mod">
          <ac:chgData name="Dominika Gulyásová" userId="53ae8ad87f28fb73" providerId="LiveId" clId="{436F8EBE-2F76-42E0-981B-8B14D5A95E32}" dt="2021-11-27T14:58:38.419" v="817" actId="115"/>
          <ac:spMkLst>
            <pc:docMk/>
            <pc:sldMk cId="1572917344" sldId="258"/>
            <ac:spMk id="23" creationId="{2696C235-D7C2-4FCC-80CF-5E7CFF78A2C8}"/>
          </ac:spMkLst>
        </pc:spChg>
        <pc:picChg chg="add mod">
          <ac:chgData name="Dominika Gulyásová" userId="53ae8ad87f28fb73" providerId="LiveId" clId="{436F8EBE-2F76-42E0-981B-8B14D5A95E32}" dt="2021-11-27T14:53:29.753" v="659" actId="1440"/>
          <ac:picMkLst>
            <pc:docMk/>
            <pc:sldMk cId="1572917344" sldId="258"/>
            <ac:picMk id="10" creationId="{F0D35DC6-6B4D-4613-B903-3CCAF8C22F78}"/>
          </ac:picMkLst>
        </pc:picChg>
        <pc:picChg chg="add mod">
          <ac:chgData name="Dominika Gulyásová" userId="53ae8ad87f28fb73" providerId="LiveId" clId="{436F8EBE-2F76-42E0-981B-8B14D5A95E32}" dt="2021-11-27T14:51:17.075" v="649" actId="1076"/>
          <ac:picMkLst>
            <pc:docMk/>
            <pc:sldMk cId="1572917344" sldId="258"/>
            <ac:picMk id="12" creationId="{821629BF-9CAE-4BFD-AB0F-6BF11383FAD6}"/>
          </ac:picMkLst>
        </pc:picChg>
        <pc:picChg chg="add mod">
          <ac:chgData name="Dominika Gulyásová" userId="53ae8ad87f28fb73" providerId="LiveId" clId="{436F8EBE-2F76-42E0-981B-8B14D5A95E32}" dt="2021-11-27T14:52:04.911" v="652" actId="1076"/>
          <ac:picMkLst>
            <pc:docMk/>
            <pc:sldMk cId="1572917344" sldId="258"/>
            <ac:picMk id="15" creationId="{B18AD6D1-C69F-44E8-9DFF-97457130847A}"/>
          </ac:picMkLst>
        </pc:picChg>
        <pc:picChg chg="add mod">
          <ac:chgData name="Dominika Gulyásová" userId="53ae8ad87f28fb73" providerId="LiveId" clId="{436F8EBE-2F76-42E0-981B-8B14D5A95E32}" dt="2021-11-27T14:54:52.508" v="703" actId="1076"/>
          <ac:picMkLst>
            <pc:docMk/>
            <pc:sldMk cId="1572917344" sldId="258"/>
            <ac:picMk id="17" creationId="{84DE052C-F2E8-4E3A-A44C-15EBA173D3AB}"/>
          </ac:picMkLst>
        </pc:picChg>
      </pc:sldChg>
      <pc:sldChg chg="addSp delSp modSp add mod modAnim">
        <pc:chgData name="Dominika Gulyásová" userId="53ae8ad87f28fb73" providerId="LiveId" clId="{436F8EBE-2F76-42E0-981B-8B14D5A95E32}" dt="2021-11-28T13:47:10.043" v="2482" actId="1076"/>
        <pc:sldMkLst>
          <pc:docMk/>
          <pc:sldMk cId="1923969702" sldId="259"/>
        </pc:sldMkLst>
        <pc:spChg chg="add del mod">
          <ac:chgData name="Dominika Gulyásová" userId="53ae8ad87f28fb73" providerId="LiveId" clId="{436F8EBE-2F76-42E0-981B-8B14D5A95E32}" dt="2021-11-27T15:03:10.070" v="1020"/>
          <ac:spMkLst>
            <pc:docMk/>
            <pc:sldMk cId="1923969702" sldId="259"/>
            <ac:spMk id="2" creationId="{4543BAEC-1271-43A4-9E13-9881F6F72D6A}"/>
          </ac:spMkLst>
        </pc:spChg>
        <pc:spChg chg="mod">
          <ac:chgData name="Dominika Gulyásová" userId="53ae8ad87f28fb73" providerId="LiveId" clId="{436F8EBE-2F76-42E0-981B-8B14D5A95E32}" dt="2021-11-27T15:00:38.613" v="904" actId="20577"/>
          <ac:spMkLst>
            <pc:docMk/>
            <pc:sldMk cId="1923969702" sldId="259"/>
            <ac:spMk id="3" creationId="{CDFC8752-063C-40CD-927C-3E48DC2FC809}"/>
          </ac:spMkLst>
        </pc:spChg>
        <pc:spChg chg="del">
          <ac:chgData name="Dominika Gulyásová" userId="53ae8ad87f28fb73" providerId="LiveId" clId="{436F8EBE-2F76-42E0-981B-8B14D5A95E32}" dt="2021-11-27T14:59:18.925" v="822" actId="478"/>
          <ac:spMkLst>
            <pc:docMk/>
            <pc:sldMk cId="1923969702" sldId="259"/>
            <ac:spMk id="8" creationId="{F3C31FE4-2E18-46F9-B453-5A9A92FB04A0}"/>
          </ac:spMkLst>
        </pc:spChg>
        <pc:spChg chg="add del mod">
          <ac:chgData name="Dominika Gulyásová" userId="53ae8ad87f28fb73" providerId="LiveId" clId="{436F8EBE-2F76-42E0-981B-8B14D5A95E32}" dt="2021-11-27T15:08:08.880" v="1126" actId="478"/>
          <ac:spMkLst>
            <pc:docMk/>
            <pc:sldMk cId="1923969702" sldId="259"/>
            <ac:spMk id="9" creationId="{8827DE1E-2A99-46E4-83A1-63B3A7458F02}"/>
          </ac:spMkLst>
        </pc:spChg>
        <pc:spChg chg="del mod">
          <ac:chgData name="Dominika Gulyásová" userId="53ae8ad87f28fb73" providerId="LiveId" clId="{436F8EBE-2F76-42E0-981B-8B14D5A95E32}" dt="2021-11-27T14:59:11.107" v="820" actId="478"/>
          <ac:spMkLst>
            <pc:docMk/>
            <pc:sldMk cId="1923969702" sldId="259"/>
            <ac:spMk id="22" creationId="{F128F641-716F-4A57-9BE6-CE48ED3D702A}"/>
          </ac:spMkLst>
        </pc:spChg>
        <pc:spChg chg="del">
          <ac:chgData name="Dominika Gulyásová" userId="53ae8ad87f28fb73" providerId="LiveId" clId="{436F8EBE-2F76-42E0-981B-8B14D5A95E32}" dt="2021-11-27T14:59:13" v="821" actId="478"/>
          <ac:spMkLst>
            <pc:docMk/>
            <pc:sldMk cId="1923969702" sldId="259"/>
            <ac:spMk id="23" creationId="{2696C235-D7C2-4FCC-80CF-5E7CFF78A2C8}"/>
          </ac:spMkLst>
        </pc:spChg>
        <pc:spChg chg="add mod">
          <ac:chgData name="Dominika Gulyásová" userId="53ae8ad87f28fb73" providerId="LiveId" clId="{436F8EBE-2F76-42E0-981B-8B14D5A95E32}" dt="2021-11-27T15:01:43.466" v="1017" actId="207"/>
          <ac:spMkLst>
            <pc:docMk/>
            <pc:sldMk cId="1923969702" sldId="259"/>
            <ac:spMk id="24" creationId="{3893A485-7898-40CC-B5B1-E017CB6E18FD}"/>
          </ac:spMkLst>
        </pc:spChg>
        <pc:spChg chg="add mod">
          <ac:chgData name="Dominika Gulyásová" userId="53ae8ad87f28fb73" providerId="LiveId" clId="{436F8EBE-2F76-42E0-981B-8B14D5A95E32}" dt="2021-11-27T15:09:31.001" v="1215" actId="1076"/>
          <ac:spMkLst>
            <pc:docMk/>
            <pc:sldMk cId="1923969702" sldId="259"/>
            <ac:spMk id="25" creationId="{5EAD6D45-CC83-49B5-BED0-98EC8A8D2A6B}"/>
          </ac:spMkLst>
        </pc:spChg>
        <pc:picChg chg="mod">
          <ac:chgData name="Dominika Gulyásová" userId="53ae8ad87f28fb73" providerId="LiveId" clId="{436F8EBE-2F76-42E0-981B-8B14D5A95E32}" dt="2021-11-28T13:47:10.043" v="2482" actId="1076"/>
          <ac:picMkLst>
            <pc:docMk/>
            <pc:sldMk cId="1923969702" sldId="259"/>
            <ac:picMk id="12" creationId="{821629BF-9CAE-4BFD-AB0F-6BF11383FAD6}"/>
          </ac:picMkLst>
        </pc:picChg>
      </pc:sldChg>
      <pc:sldChg chg="addSp delSp modSp new mod modAnim">
        <pc:chgData name="Dominika Gulyásová" userId="53ae8ad87f28fb73" providerId="LiveId" clId="{436F8EBE-2F76-42E0-981B-8B14D5A95E32}" dt="2021-11-28T13:47:36.851" v="2495" actId="1076"/>
        <pc:sldMkLst>
          <pc:docMk/>
          <pc:sldMk cId="49943838" sldId="260"/>
        </pc:sldMkLst>
        <pc:spChg chg="mod">
          <ac:chgData name="Dominika Gulyásová" userId="53ae8ad87f28fb73" providerId="LiveId" clId="{436F8EBE-2F76-42E0-981B-8B14D5A95E32}" dt="2021-11-27T15:07:45.707" v="1122" actId="14100"/>
          <ac:spMkLst>
            <pc:docMk/>
            <pc:sldMk cId="49943838" sldId="260"/>
            <ac:spMk id="2" creationId="{7A8E777F-0701-4525-B75B-FE2F3B1B869D}"/>
          </ac:spMkLst>
        </pc:spChg>
        <pc:spChg chg="del">
          <ac:chgData name="Dominika Gulyásová" userId="53ae8ad87f28fb73" providerId="LiveId" clId="{436F8EBE-2F76-42E0-981B-8B14D5A95E32}" dt="2021-11-27T15:07:59.261" v="1124" actId="478"/>
          <ac:spMkLst>
            <pc:docMk/>
            <pc:sldMk cId="49943838" sldId="260"/>
            <ac:spMk id="3" creationId="{BEB16162-DB20-4A85-8A5A-5EC4D78AC240}"/>
          </ac:spMkLst>
        </pc:spChg>
        <pc:spChg chg="add mod">
          <ac:chgData name="Dominika Gulyásová" userId="53ae8ad87f28fb73" providerId="LiveId" clId="{436F8EBE-2F76-42E0-981B-8B14D5A95E32}" dt="2021-11-28T13:47:36.851" v="2495" actId="1076"/>
          <ac:spMkLst>
            <pc:docMk/>
            <pc:sldMk cId="49943838" sldId="260"/>
            <ac:spMk id="6" creationId="{809258BE-0981-4C50-8598-6296CA88302F}"/>
          </ac:spMkLst>
        </pc:spChg>
        <pc:graphicFrameChg chg="add mod modGraphic">
          <ac:chgData name="Dominika Gulyásová" userId="53ae8ad87f28fb73" providerId="LiveId" clId="{436F8EBE-2F76-42E0-981B-8B14D5A95E32}" dt="2021-11-27T15:22:09.717" v="1810" actId="207"/>
          <ac:graphicFrameMkLst>
            <pc:docMk/>
            <pc:sldMk cId="49943838" sldId="260"/>
            <ac:graphicFrameMk id="5" creationId="{960DDB6C-6A64-4ACC-89BE-5E0C0B0E81E4}"/>
          </ac:graphicFrameMkLst>
        </pc:graphicFrameChg>
        <pc:picChg chg="add mod">
          <ac:chgData name="Dominika Gulyásová" userId="53ae8ad87f28fb73" providerId="LiveId" clId="{436F8EBE-2F76-42E0-981B-8B14D5A95E32}" dt="2021-11-27T15:47:57.060" v="2302" actId="1076"/>
          <ac:picMkLst>
            <pc:docMk/>
            <pc:sldMk cId="49943838" sldId="260"/>
            <ac:picMk id="4" creationId="{6CEBE304-01BD-4AD1-9EC3-59570054EB77}"/>
          </ac:picMkLst>
        </pc:picChg>
      </pc:sldChg>
      <pc:sldChg chg="modSp add mod modAnim">
        <pc:chgData name="Dominika Gulyásová" userId="53ae8ad87f28fb73" providerId="LiveId" clId="{436F8EBE-2F76-42E0-981B-8B14D5A95E32}" dt="2021-11-27T15:53:37.057" v="2340" actId="14100"/>
        <pc:sldMkLst>
          <pc:docMk/>
          <pc:sldMk cId="3014460561" sldId="261"/>
        </pc:sldMkLst>
        <pc:graphicFrameChg chg="mod modGraphic">
          <ac:chgData name="Dominika Gulyásová" userId="53ae8ad87f28fb73" providerId="LiveId" clId="{436F8EBE-2F76-42E0-981B-8B14D5A95E32}" dt="2021-11-27T15:53:37.057" v="2340" actId="14100"/>
          <ac:graphicFrameMkLst>
            <pc:docMk/>
            <pc:sldMk cId="3014460561" sldId="261"/>
            <ac:graphicFrameMk id="5" creationId="{960DDB6C-6A64-4ACC-89BE-5E0C0B0E81E4}"/>
          </ac:graphicFrameMkLst>
        </pc:graphicFrameChg>
      </pc:sldChg>
      <pc:sldChg chg="addSp modSp new mod modAnim">
        <pc:chgData name="Dominika Gulyásová" userId="53ae8ad87f28fb73" providerId="LiveId" clId="{436F8EBE-2F76-42E0-981B-8B14D5A95E32}" dt="2021-11-27T15:34:46.687" v="2301"/>
        <pc:sldMkLst>
          <pc:docMk/>
          <pc:sldMk cId="1045398644" sldId="262"/>
        </pc:sldMkLst>
        <pc:spChg chg="mod">
          <ac:chgData name="Dominika Gulyásová" userId="53ae8ad87f28fb73" providerId="LiveId" clId="{436F8EBE-2F76-42E0-981B-8B14D5A95E32}" dt="2021-11-27T15:23:13.149" v="1889" actId="27636"/>
          <ac:spMkLst>
            <pc:docMk/>
            <pc:sldMk cId="1045398644" sldId="262"/>
            <ac:spMk id="2" creationId="{EB9766B0-4815-45F9-991C-CB6798F79B0D}"/>
          </ac:spMkLst>
        </pc:spChg>
        <pc:spChg chg="mod">
          <ac:chgData name="Dominika Gulyásová" userId="53ae8ad87f28fb73" providerId="LiveId" clId="{436F8EBE-2F76-42E0-981B-8B14D5A95E32}" dt="2021-11-27T15:26:54.659" v="2044" actId="14100"/>
          <ac:spMkLst>
            <pc:docMk/>
            <pc:sldMk cId="1045398644" sldId="262"/>
            <ac:spMk id="3" creationId="{17213B43-B006-4873-A154-4892B81A3756}"/>
          </ac:spMkLst>
        </pc:spChg>
        <pc:spChg chg="add mod">
          <ac:chgData name="Dominika Gulyásová" userId="53ae8ad87f28fb73" providerId="LiveId" clId="{436F8EBE-2F76-42E0-981B-8B14D5A95E32}" dt="2021-11-27T15:27:39.207" v="2072" actId="207"/>
          <ac:spMkLst>
            <pc:docMk/>
            <pc:sldMk cId="1045398644" sldId="262"/>
            <ac:spMk id="4" creationId="{7FBC7323-CD55-40FC-BC7C-C201D56B6EE7}"/>
          </ac:spMkLst>
        </pc:spChg>
        <pc:spChg chg="add mod">
          <ac:chgData name="Dominika Gulyásová" userId="53ae8ad87f28fb73" providerId="LiveId" clId="{436F8EBE-2F76-42E0-981B-8B14D5A95E32}" dt="2021-11-27T15:27:58.463" v="2078" actId="1076"/>
          <ac:spMkLst>
            <pc:docMk/>
            <pc:sldMk cId="1045398644" sldId="262"/>
            <ac:spMk id="5" creationId="{968610C5-6D34-4EDB-8256-4A4DCF2740C9}"/>
          </ac:spMkLst>
        </pc:spChg>
        <pc:spChg chg="add mod">
          <ac:chgData name="Dominika Gulyásová" userId="53ae8ad87f28fb73" providerId="LiveId" clId="{436F8EBE-2F76-42E0-981B-8B14D5A95E32}" dt="2021-11-27T15:29:28.997" v="2245" actId="1076"/>
          <ac:spMkLst>
            <pc:docMk/>
            <pc:sldMk cId="1045398644" sldId="262"/>
            <ac:spMk id="6" creationId="{CC6059E1-DC2A-4B2B-BF0C-E9396B7594D9}"/>
          </ac:spMkLst>
        </pc:spChg>
        <pc:spChg chg="add mod">
          <ac:chgData name="Dominika Gulyásová" userId="53ae8ad87f28fb73" providerId="LiveId" clId="{436F8EBE-2F76-42E0-981B-8B14D5A95E32}" dt="2021-11-27T15:29:47.934" v="2251" actId="1076"/>
          <ac:spMkLst>
            <pc:docMk/>
            <pc:sldMk cId="1045398644" sldId="262"/>
            <ac:spMk id="7" creationId="{D7CC8E30-EDE4-4A86-BE37-AAF9FD972F29}"/>
          </ac:spMkLst>
        </pc:spChg>
      </pc:sldChg>
      <pc:sldChg chg="addSp delSp modSp new mod modAnim">
        <pc:chgData name="Dominika Gulyásová" userId="53ae8ad87f28fb73" providerId="LiveId" clId="{436F8EBE-2F76-42E0-981B-8B14D5A95E32}" dt="2021-11-27T16:01:32.523" v="2474"/>
        <pc:sldMkLst>
          <pc:docMk/>
          <pc:sldMk cId="2645808566" sldId="263"/>
        </pc:sldMkLst>
        <pc:spChg chg="mod">
          <ac:chgData name="Dominika Gulyásová" userId="53ae8ad87f28fb73" providerId="LiveId" clId="{436F8EBE-2F76-42E0-981B-8B14D5A95E32}" dt="2021-11-27T15:53:28.199" v="2339" actId="207"/>
          <ac:spMkLst>
            <pc:docMk/>
            <pc:sldMk cId="2645808566" sldId="263"/>
            <ac:spMk id="2" creationId="{17D208C0-70CE-47FC-BD4B-0EAC9C0CA4BC}"/>
          </ac:spMkLst>
        </pc:spChg>
        <pc:spChg chg="del">
          <ac:chgData name="Dominika Gulyásová" userId="53ae8ad87f28fb73" providerId="LiveId" clId="{436F8EBE-2F76-42E0-981B-8B14D5A95E32}" dt="2021-11-27T15:53:44.044" v="2341" actId="478"/>
          <ac:spMkLst>
            <pc:docMk/>
            <pc:sldMk cId="2645808566" sldId="263"/>
            <ac:spMk id="3" creationId="{2E9DF80C-EEB9-4B42-9958-358FD4C0F36C}"/>
          </ac:spMkLst>
        </pc:spChg>
        <pc:graphicFrameChg chg="add mod">
          <ac:chgData name="Dominika Gulyásová" userId="53ae8ad87f28fb73" providerId="LiveId" clId="{436F8EBE-2F76-42E0-981B-8B14D5A95E32}" dt="2021-11-27T15:53:49.200" v="2343" actId="1076"/>
          <ac:graphicFrameMkLst>
            <pc:docMk/>
            <pc:sldMk cId="2645808566" sldId="263"/>
            <ac:graphicFrameMk id="4" creationId="{7CA72708-6215-44A3-A7F1-9321C16670D3}"/>
          </ac:graphicFrameMkLst>
        </pc:graphicFrameChg>
        <pc:picChg chg="add mod">
          <ac:chgData name="Dominika Gulyásová" userId="53ae8ad87f28fb73" providerId="LiveId" clId="{436F8EBE-2F76-42E0-981B-8B14D5A95E32}" dt="2021-11-27T16:01:32.523" v="2474"/>
          <ac:picMkLst>
            <pc:docMk/>
            <pc:sldMk cId="2645808566" sldId="263"/>
            <ac:picMk id="5" creationId="{2E84249D-F23B-46A9-94C6-AD103061A6A6}"/>
          </ac:picMkLst>
        </pc:picChg>
      </pc:sldChg>
      <pc:sldChg chg="addSp delSp modSp add mod modAnim">
        <pc:chgData name="Dominika Gulyásová" userId="53ae8ad87f28fb73" providerId="LiveId" clId="{436F8EBE-2F76-42E0-981B-8B14D5A95E32}" dt="2021-11-27T16:01:27.946" v="2473" actId="1076"/>
        <pc:sldMkLst>
          <pc:docMk/>
          <pc:sldMk cId="792716103" sldId="264"/>
        </pc:sldMkLst>
        <pc:spChg chg="add del mod">
          <ac:chgData name="Dominika Gulyásová" userId="53ae8ad87f28fb73" providerId="LiveId" clId="{436F8EBE-2F76-42E0-981B-8B14D5A95E32}" dt="2021-11-27T16:01:06.426" v="2464" actId="478"/>
          <ac:spMkLst>
            <pc:docMk/>
            <pc:sldMk cId="792716103" sldId="264"/>
            <ac:spMk id="6" creationId="{69D04ADF-3B07-46AB-AD41-DB14352CCD18}"/>
          </ac:spMkLst>
        </pc:spChg>
        <pc:graphicFrameChg chg="modGraphic">
          <ac:chgData name="Dominika Gulyásová" userId="53ae8ad87f28fb73" providerId="LiveId" clId="{436F8EBE-2F76-42E0-981B-8B14D5A95E32}" dt="2021-11-27T15:56:23.630" v="2458" actId="207"/>
          <ac:graphicFrameMkLst>
            <pc:docMk/>
            <pc:sldMk cId="792716103" sldId="264"/>
            <ac:graphicFrameMk id="4" creationId="{7CA72708-6215-44A3-A7F1-9321C16670D3}"/>
          </ac:graphicFrameMkLst>
        </pc:graphicFrameChg>
        <pc:picChg chg="add mod">
          <ac:chgData name="Dominika Gulyásová" userId="53ae8ad87f28fb73" providerId="LiveId" clId="{436F8EBE-2F76-42E0-981B-8B14D5A95E32}" dt="2021-11-27T16:01:27.946" v="2473" actId="1076"/>
          <ac:picMkLst>
            <pc:docMk/>
            <pc:sldMk cId="792716103" sldId="264"/>
            <ac:picMk id="5" creationId="{0B53F198-F6F7-45F4-98BA-92618D702F30}"/>
          </ac:picMkLst>
        </pc:picChg>
      </pc:sldChg>
      <pc:sldChg chg="addSp delSp modSp add mod delAnim">
        <pc:chgData name="Dominika Gulyásová" userId="53ae8ad87f28fb73" providerId="LiveId" clId="{436F8EBE-2F76-42E0-981B-8B14D5A95E32}" dt="2021-11-28T13:53:40.372" v="2707" actId="1076"/>
        <pc:sldMkLst>
          <pc:docMk/>
          <pc:sldMk cId="2502032100" sldId="265"/>
        </pc:sldMkLst>
        <pc:spChg chg="mod">
          <ac:chgData name="Dominika Gulyásová" userId="53ae8ad87f28fb73" providerId="LiveId" clId="{436F8EBE-2F76-42E0-981B-8B14D5A95E32}" dt="2021-11-28T13:47:03.761" v="2481" actId="20577"/>
          <ac:spMkLst>
            <pc:docMk/>
            <pc:sldMk cId="2502032100" sldId="265"/>
            <ac:spMk id="2" creationId="{7A8E777F-0701-4525-B75B-FE2F3B1B869D}"/>
          </ac:spMkLst>
        </pc:spChg>
        <pc:graphicFrameChg chg="modGraphic">
          <ac:chgData name="Dominika Gulyásová" userId="53ae8ad87f28fb73" providerId="LiveId" clId="{436F8EBE-2F76-42E0-981B-8B14D5A95E32}" dt="2021-11-28T13:47:29.632" v="2494" actId="20577"/>
          <ac:graphicFrameMkLst>
            <pc:docMk/>
            <pc:sldMk cId="2502032100" sldId="265"/>
            <ac:graphicFrameMk id="5" creationId="{960DDB6C-6A64-4ACC-89BE-5E0C0B0E81E4}"/>
          </ac:graphicFrameMkLst>
        </pc:graphicFrameChg>
        <pc:picChg chg="del mod">
          <ac:chgData name="Dominika Gulyásová" userId="53ae8ad87f28fb73" providerId="LiveId" clId="{436F8EBE-2F76-42E0-981B-8B14D5A95E32}" dt="2021-11-28T13:47:16.023" v="2484" actId="478"/>
          <ac:picMkLst>
            <pc:docMk/>
            <pc:sldMk cId="2502032100" sldId="265"/>
            <ac:picMk id="4" creationId="{6CEBE304-01BD-4AD1-9EC3-59570054EB77}"/>
          </ac:picMkLst>
        </pc:picChg>
        <pc:picChg chg="add mod">
          <ac:chgData name="Dominika Gulyásová" userId="53ae8ad87f28fb73" providerId="LiveId" clId="{436F8EBE-2F76-42E0-981B-8B14D5A95E32}" dt="2021-11-28T13:53:40.372" v="2707" actId="1076"/>
          <ac:picMkLst>
            <pc:docMk/>
            <pc:sldMk cId="2502032100" sldId="265"/>
            <ac:picMk id="6" creationId="{5E73B57B-7B12-4856-ABA0-D3A0772C4288}"/>
          </ac:picMkLst>
        </pc:picChg>
      </pc:sldChg>
      <pc:sldChg chg="addSp modSp add mod modAnim">
        <pc:chgData name="Dominika Gulyásová" userId="53ae8ad87f28fb73" providerId="LiveId" clId="{436F8EBE-2F76-42E0-981B-8B14D5A95E32}" dt="2021-11-28T14:00:14.131" v="2814"/>
        <pc:sldMkLst>
          <pc:docMk/>
          <pc:sldMk cId="3228368697" sldId="266"/>
        </pc:sldMkLst>
        <pc:spChg chg="mod">
          <ac:chgData name="Dominika Gulyásová" userId="53ae8ad87f28fb73" providerId="LiveId" clId="{436F8EBE-2F76-42E0-981B-8B14D5A95E32}" dt="2021-11-28T13:58:50.834" v="2775" actId="1076"/>
          <ac:spMkLst>
            <pc:docMk/>
            <pc:sldMk cId="3228368697" sldId="266"/>
            <ac:spMk id="2" creationId="{7A8E777F-0701-4525-B75B-FE2F3B1B869D}"/>
          </ac:spMkLst>
        </pc:spChg>
        <pc:spChg chg="add mod">
          <ac:chgData name="Dominika Gulyásová" userId="53ae8ad87f28fb73" providerId="LiveId" clId="{436F8EBE-2F76-42E0-981B-8B14D5A95E32}" dt="2021-11-28T13:59:47.850" v="2811" actId="20577"/>
          <ac:spMkLst>
            <pc:docMk/>
            <pc:sldMk cId="3228368697" sldId="266"/>
            <ac:spMk id="3" creationId="{620399D3-A766-4ECE-979A-CA450357F5DD}"/>
          </ac:spMkLst>
        </pc:spChg>
        <pc:spChg chg="add mod">
          <ac:chgData name="Dominika Gulyásová" userId="53ae8ad87f28fb73" providerId="LiveId" clId="{436F8EBE-2F76-42E0-981B-8B14D5A95E32}" dt="2021-11-28T13:58:49.389" v="2774" actId="404"/>
          <ac:spMkLst>
            <pc:docMk/>
            <pc:sldMk cId="3228368697" sldId="266"/>
            <ac:spMk id="7" creationId="{3CBF0CE1-AD95-4580-BED2-513943771DC7}"/>
          </ac:spMkLst>
        </pc:spChg>
        <pc:graphicFrameChg chg="modGraphic">
          <ac:chgData name="Dominika Gulyásová" userId="53ae8ad87f28fb73" providerId="LiveId" clId="{436F8EBE-2F76-42E0-981B-8B14D5A95E32}" dt="2021-11-28T13:59:02.766" v="2776" actId="207"/>
          <ac:graphicFrameMkLst>
            <pc:docMk/>
            <pc:sldMk cId="3228368697" sldId="266"/>
            <ac:graphicFrameMk id="5" creationId="{960DDB6C-6A64-4ACC-89BE-5E0C0B0E81E4}"/>
          </ac:graphicFrameMkLst>
        </pc:graphicFrameChg>
        <pc:picChg chg="mod">
          <ac:chgData name="Dominika Gulyásová" userId="53ae8ad87f28fb73" providerId="LiveId" clId="{436F8EBE-2F76-42E0-981B-8B14D5A95E32}" dt="2021-11-28T13:57:09.745" v="2744" actId="1076"/>
          <ac:picMkLst>
            <pc:docMk/>
            <pc:sldMk cId="3228368697" sldId="266"/>
            <ac:picMk id="6" creationId="{5E73B57B-7B12-4856-ABA0-D3A0772C4288}"/>
          </ac:picMkLst>
        </pc:picChg>
      </pc:sldChg>
      <pc:sldChg chg="addSp delSp modSp new mod">
        <pc:chgData name="Dominika Gulyásová" userId="53ae8ad87f28fb73" providerId="LiveId" clId="{436F8EBE-2F76-42E0-981B-8B14D5A95E32}" dt="2021-11-28T13:53:07.581" v="2698" actId="1076"/>
        <pc:sldMkLst>
          <pc:docMk/>
          <pc:sldMk cId="2444492988" sldId="267"/>
        </pc:sldMkLst>
        <pc:spChg chg="add del mod">
          <ac:chgData name="Dominika Gulyásová" userId="53ae8ad87f28fb73" providerId="LiveId" clId="{436F8EBE-2F76-42E0-981B-8B14D5A95E32}" dt="2021-11-28T13:53:05.014" v="2697" actId="1076"/>
          <ac:spMkLst>
            <pc:docMk/>
            <pc:sldMk cId="2444492988" sldId="267"/>
            <ac:spMk id="2" creationId="{76976055-B043-4D0D-BA45-180D144E5945}"/>
          </ac:spMkLst>
        </pc:spChg>
        <pc:spChg chg="add del">
          <ac:chgData name="Dominika Gulyásová" userId="53ae8ad87f28fb73" providerId="LiveId" clId="{436F8EBE-2F76-42E0-981B-8B14D5A95E32}" dt="2021-11-28T13:52:09.455" v="2674" actId="478"/>
          <ac:spMkLst>
            <pc:docMk/>
            <pc:sldMk cId="2444492988" sldId="267"/>
            <ac:spMk id="3" creationId="{4F1952E8-2023-41E8-B397-71C01E751D7F}"/>
          </ac:spMkLst>
        </pc:spChg>
        <pc:picChg chg="add mod">
          <ac:chgData name="Dominika Gulyásová" userId="53ae8ad87f28fb73" providerId="LiveId" clId="{436F8EBE-2F76-42E0-981B-8B14D5A95E32}" dt="2021-11-28T13:53:07.581" v="2698" actId="1076"/>
          <ac:picMkLst>
            <pc:docMk/>
            <pc:sldMk cId="2444492988" sldId="267"/>
            <ac:picMk id="4" creationId="{F21E8C41-CA0E-4D61-AE0B-F213A14D782E}"/>
          </ac:picMkLst>
        </pc:picChg>
      </pc:sldChg>
      <pc:sldChg chg="addSp delSp modSp add mod">
        <pc:chgData name="Dominika Gulyásová" userId="53ae8ad87f28fb73" providerId="LiveId" clId="{436F8EBE-2F76-42E0-981B-8B14D5A95E32}" dt="2021-11-28T13:53:54.430" v="2711" actId="1076"/>
        <pc:sldMkLst>
          <pc:docMk/>
          <pc:sldMk cId="2693377629" sldId="268"/>
        </pc:sldMkLst>
        <pc:spChg chg="mod">
          <ac:chgData name="Dominika Gulyásová" userId="53ae8ad87f28fb73" providerId="LiveId" clId="{436F8EBE-2F76-42E0-981B-8B14D5A95E32}" dt="2021-11-28T13:53:34.522" v="2705" actId="20577"/>
          <ac:spMkLst>
            <pc:docMk/>
            <pc:sldMk cId="2693377629" sldId="268"/>
            <ac:spMk id="2" creationId="{76976055-B043-4D0D-BA45-180D144E5945}"/>
          </ac:spMkLst>
        </pc:spChg>
        <pc:picChg chg="del">
          <ac:chgData name="Dominika Gulyásová" userId="53ae8ad87f28fb73" providerId="LiveId" clId="{436F8EBE-2F76-42E0-981B-8B14D5A95E32}" dt="2021-11-28T13:53:37.115" v="2706" actId="478"/>
          <ac:picMkLst>
            <pc:docMk/>
            <pc:sldMk cId="2693377629" sldId="268"/>
            <ac:picMk id="4" creationId="{F21E8C41-CA0E-4D61-AE0B-F213A14D782E}"/>
          </ac:picMkLst>
        </pc:picChg>
        <pc:picChg chg="add mod">
          <ac:chgData name="Dominika Gulyásová" userId="53ae8ad87f28fb73" providerId="LiveId" clId="{436F8EBE-2F76-42E0-981B-8B14D5A95E32}" dt="2021-11-28T13:53:54.430" v="2711" actId="1076"/>
          <ac:picMkLst>
            <pc:docMk/>
            <pc:sldMk cId="2693377629" sldId="268"/>
            <ac:picMk id="5" creationId="{56594B54-17DD-4435-95B2-8B9F20B6AEA3}"/>
          </ac:picMkLst>
        </pc:picChg>
      </pc:sldChg>
      <pc:sldChg chg="addSp delSp modSp add mod">
        <pc:chgData name="Dominika Gulyásová" userId="53ae8ad87f28fb73" providerId="LiveId" clId="{436F8EBE-2F76-42E0-981B-8B14D5A95E32}" dt="2021-11-28T14:16:53.272" v="3151" actId="20577"/>
        <pc:sldMkLst>
          <pc:docMk/>
          <pc:sldMk cId="3043545669" sldId="269"/>
        </pc:sldMkLst>
        <pc:spChg chg="mod">
          <ac:chgData name="Dominika Gulyásová" userId="53ae8ad87f28fb73" providerId="LiveId" clId="{436F8EBE-2F76-42E0-981B-8B14D5A95E32}" dt="2021-11-28T14:16:45.628" v="3145" actId="207"/>
          <ac:spMkLst>
            <pc:docMk/>
            <pc:sldMk cId="3043545669" sldId="269"/>
            <ac:spMk id="2" creationId="{17D208C0-70CE-47FC-BD4B-0EAC9C0CA4BC}"/>
          </ac:spMkLst>
        </pc:spChg>
        <pc:graphicFrameChg chg="modGraphic">
          <ac:chgData name="Dominika Gulyásová" userId="53ae8ad87f28fb73" providerId="LiveId" clId="{436F8EBE-2F76-42E0-981B-8B14D5A95E32}" dt="2021-11-28T14:16:53.272" v="3151" actId="20577"/>
          <ac:graphicFrameMkLst>
            <pc:docMk/>
            <pc:sldMk cId="3043545669" sldId="269"/>
            <ac:graphicFrameMk id="4" creationId="{7CA72708-6215-44A3-A7F1-9321C16670D3}"/>
          </ac:graphicFrameMkLst>
        </pc:graphicFrameChg>
        <pc:picChg chg="del">
          <ac:chgData name="Dominika Gulyásová" userId="53ae8ad87f28fb73" providerId="LiveId" clId="{436F8EBE-2F76-42E0-981B-8B14D5A95E32}" dt="2021-11-28T14:01:58.856" v="2824" actId="478"/>
          <ac:picMkLst>
            <pc:docMk/>
            <pc:sldMk cId="3043545669" sldId="269"/>
            <ac:picMk id="5" creationId="{2E84249D-F23B-46A9-94C6-AD103061A6A6}"/>
          </ac:picMkLst>
        </pc:picChg>
        <pc:picChg chg="add mod">
          <ac:chgData name="Dominika Gulyásová" userId="53ae8ad87f28fb73" providerId="LiveId" clId="{436F8EBE-2F76-42E0-981B-8B14D5A95E32}" dt="2021-11-28T14:03:43.282" v="2830" actId="1076"/>
          <ac:picMkLst>
            <pc:docMk/>
            <pc:sldMk cId="3043545669" sldId="269"/>
            <ac:picMk id="6" creationId="{8583FA85-DF10-4A21-BB24-1F945CA1FB1E}"/>
          </ac:picMkLst>
        </pc:picChg>
      </pc:sldChg>
      <pc:sldChg chg="modSp add mod modAnim">
        <pc:chgData name="Dominika Gulyásová" userId="53ae8ad87f28fb73" providerId="LiveId" clId="{436F8EBE-2F76-42E0-981B-8B14D5A95E32}" dt="2021-11-28T14:17:00.519" v="3157" actId="20577"/>
        <pc:sldMkLst>
          <pc:docMk/>
          <pc:sldMk cId="1759903449" sldId="270"/>
        </pc:sldMkLst>
        <pc:spChg chg="mod">
          <ac:chgData name="Dominika Gulyásová" userId="53ae8ad87f28fb73" providerId="LiveId" clId="{436F8EBE-2F76-42E0-981B-8B14D5A95E32}" dt="2021-11-28T14:05:46.847" v="2944" actId="207"/>
          <ac:spMkLst>
            <pc:docMk/>
            <pc:sldMk cId="1759903449" sldId="270"/>
            <ac:spMk id="2" creationId="{17D208C0-70CE-47FC-BD4B-0EAC9C0CA4BC}"/>
          </ac:spMkLst>
        </pc:spChg>
        <pc:graphicFrameChg chg="modGraphic">
          <ac:chgData name="Dominika Gulyásová" userId="53ae8ad87f28fb73" providerId="LiveId" clId="{436F8EBE-2F76-42E0-981B-8B14D5A95E32}" dt="2021-11-28T14:17:00.519" v="3157" actId="20577"/>
          <ac:graphicFrameMkLst>
            <pc:docMk/>
            <pc:sldMk cId="1759903449" sldId="270"/>
            <ac:graphicFrameMk id="4" creationId="{7CA72708-6215-44A3-A7F1-9321C16670D3}"/>
          </ac:graphicFrameMkLst>
        </pc:graphicFrameChg>
      </pc:sldChg>
      <pc:sldChg chg="addSp delSp modSp new mod">
        <pc:chgData name="Dominika Gulyásová" userId="53ae8ad87f28fb73" providerId="LiveId" clId="{436F8EBE-2F76-42E0-981B-8B14D5A95E32}" dt="2021-11-28T14:17:44.772" v="3164" actId="14734"/>
        <pc:sldMkLst>
          <pc:docMk/>
          <pc:sldMk cId="2992745985" sldId="271"/>
        </pc:sldMkLst>
        <pc:spChg chg="mod">
          <ac:chgData name="Dominika Gulyásová" userId="53ae8ad87f28fb73" providerId="LiveId" clId="{436F8EBE-2F76-42E0-981B-8B14D5A95E32}" dt="2021-11-28T14:14:18.531" v="3126" actId="1076"/>
          <ac:spMkLst>
            <pc:docMk/>
            <pc:sldMk cId="2992745985" sldId="271"/>
            <ac:spMk id="2" creationId="{551A1557-E34F-49E7-945F-E8A0813C0DCD}"/>
          </ac:spMkLst>
        </pc:spChg>
        <pc:spChg chg="del">
          <ac:chgData name="Dominika Gulyásová" userId="53ae8ad87f28fb73" providerId="LiveId" clId="{436F8EBE-2F76-42E0-981B-8B14D5A95E32}" dt="2021-11-28T14:11:24.270" v="3002" actId="478"/>
          <ac:spMkLst>
            <pc:docMk/>
            <pc:sldMk cId="2992745985" sldId="271"/>
            <ac:spMk id="3" creationId="{59CC8884-CE03-4E24-B1AF-E546C590233F}"/>
          </ac:spMkLst>
        </pc:spChg>
        <pc:graphicFrameChg chg="add mod modGraphic">
          <ac:chgData name="Dominika Gulyásová" userId="53ae8ad87f28fb73" providerId="LiveId" clId="{436F8EBE-2F76-42E0-981B-8B14D5A95E32}" dt="2021-11-28T14:17:44.772" v="3164" actId="14734"/>
          <ac:graphicFrameMkLst>
            <pc:docMk/>
            <pc:sldMk cId="2992745985" sldId="271"/>
            <ac:graphicFrameMk id="4" creationId="{E4DE1E55-BE84-4254-951E-D804383BC751}"/>
          </ac:graphicFrameMkLst>
        </pc:graphicFrameChg>
      </pc:sldChg>
      <pc:sldChg chg="modSp add mod">
        <pc:chgData name="Dominika Gulyásová" userId="53ae8ad87f28fb73" providerId="LiveId" clId="{436F8EBE-2F76-42E0-981B-8B14D5A95E32}" dt="2021-11-28T14:16:23.537" v="3142" actId="113"/>
        <pc:sldMkLst>
          <pc:docMk/>
          <pc:sldMk cId="2728774271" sldId="272"/>
        </pc:sldMkLst>
        <pc:graphicFrameChg chg="modGraphic">
          <ac:chgData name="Dominika Gulyásová" userId="53ae8ad87f28fb73" providerId="LiveId" clId="{436F8EBE-2F76-42E0-981B-8B14D5A95E32}" dt="2021-11-28T14:16:23.537" v="3142" actId="113"/>
          <ac:graphicFrameMkLst>
            <pc:docMk/>
            <pc:sldMk cId="2728774271" sldId="272"/>
            <ac:graphicFrameMk id="4" creationId="{E4DE1E55-BE84-4254-951E-D804383BC751}"/>
          </ac:graphicFrameMkLst>
        </pc:graphicFrameChg>
      </pc:sldChg>
      <pc:sldChg chg="addSp delSp modSp new mod modAnim">
        <pc:chgData name="Dominika Gulyásová" userId="53ae8ad87f28fb73" providerId="LiveId" clId="{436F8EBE-2F76-42E0-981B-8B14D5A95E32}" dt="2021-11-28T14:31:03.685" v="3650"/>
        <pc:sldMkLst>
          <pc:docMk/>
          <pc:sldMk cId="999423117" sldId="273"/>
        </pc:sldMkLst>
        <pc:spChg chg="mod">
          <ac:chgData name="Dominika Gulyásová" userId="53ae8ad87f28fb73" providerId="LiveId" clId="{436F8EBE-2F76-42E0-981B-8B14D5A95E32}" dt="2021-11-28T14:18:46.112" v="3260" actId="404"/>
          <ac:spMkLst>
            <pc:docMk/>
            <pc:sldMk cId="999423117" sldId="273"/>
            <ac:spMk id="2" creationId="{D5828CF1-C360-4EC7-99FE-2D72EF6AD4E7}"/>
          </ac:spMkLst>
        </pc:spChg>
        <pc:spChg chg="mod">
          <ac:chgData name="Dominika Gulyásová" userId="53ae8ad87f28fb73" providerId="LiveId" clId="{436F8EBE-2F76-42E0-981B-8B14D5A95E32}" dt="2021-11-28T14:22:24.786" v="3311" actId="14100"/>
          <ac:spMkLst>
            <pc:docMk/>
            <pc:sldMk cId="999423117" sldId="273"/>
            <ac:spMk id="3" creationId="{7262FF61-7145-42E5-9B99-D467FC26CA11}"/>
          </ac:spMkLst>
        </pc:spChg>
        <pc:spChg chg="add del mod">
          <ac:chgData name="Dominika Gulyásová" userId="53ae8ad87f28fb73" providerId="LiveId" clId="{436F8EBE-2F76-42E0-981B-8B14D5A95E32}" dt="2021-11-28T14:21:57.255" v="3306" actId="478"/>
          <ac:spMkLst>
            <pc:docMk/>
            <pc:sldMk cId="999423117" sldId="273"/>
            <ac:spMk id="4" creationId="{100C0549-96D7-4E22-82F0-E2F4F9660B44}"/>
          </ac:spMkLst>
        </pc:spChg>
        <pc:spChg chg="add mod">
          <ac:chgData name="Dominika Gulyásová" userId="53ae8ad87f28fb73" providerId="LiveId" clId="{436F8EBE-2F76-42E0-981B-8B14D5A95E32}" dt="2021-11-28T14:22:29.156" v="3312" actId="14100"/>
          <ac:spMkLst>
            <pc:docMk/>
            <pc:sldMk cId="999423117" sldId="273"/>
            <ac:spMk id="5" creationId="{EB2F6DE4-3CAB-4A2E-B8D3-8D2AAB9A004C}"/>
          </ac:spMkLst>
        </pc:spChg>
        <pc:spChg chg="add mod">
          <ac:chgData name="Dominika Gulyásová" userId="53ae8ad87f28fb73" providerId="LiveId" clId="{436F8EBE-2F76-42E0-981B-8B14D5A95E32}" dt="2021-11-28T14:24:24.710" v="3381" actId="1076"/>
          <ac:spMkLst>
            <pc:docMk/>
            <pc:sldMk cId="999423117" sldId="273"/>
            <ac:spMk id="6" creationId="{A8FA4A86-100C-4369-9224-3B62C030439F}"/>
          </ac:spMkLst>
        </pc:spChg>
        <pc:spChg chg="add mod">
          <ac:chgData name="Dominika Gulyásová" userId="53ae8ad87f28fb73" providerId="LiveId" clId="{436F8EBE-2F76-42E0-981B-8B14D5A95E32}" dt="2021-11-28T14:24:31.805" v="3382" actId="1076"/>
          <ac:spMkLst>
            <pc:docMk/>
            <pc:sldMk cId="999423117" sldId="273"/>
            <ac:spMk id="7" creationId="{43D47718-9BF1-4B7A-A936-4D4F38F37C54}"/>
          </ac:spMkLst>
        </pc:spChg>
        <pc:spChg chg="add mod">
          <ac:chgData name="Dominika Gulyásová" userId="53ae8ad87f28fb73" providerId="LiveId" clId="{436F8EBE-2F76-42E0-981B-8B14D5A95E32}" dt="2021-11-28T14:24:36.214" v="3383" actId="1076"/>
          <ac:spMkLst>
            <pc:docMk/>
            <pc:sldMk cId="999423117" sldId="273"/>
            <ac:spMk id="8" creationId="{C301A59E-A8F8-4983-B8F2-FC95BC7DF691}"/>
          </ac:spMkLst>
        </pc:spChg>
        <pc:spChg chg="add mod">
          <ac:chgData name="Dominika Gulyásová" userId="53ae8ad87f28fb73" providerId="LiveId" clId="{436F8EBE-2F76-42E0-981B-8B14D5A95E32}" dt="2021-11-28T14:24:40.084" v="3384" actId="1076"/>
          <ac:spMkLst>
            <pc:docMk/>
            <pc:sldMk cId="999423117" sldId="273"/>
            <ac:spMk id="9" creationId="{37282692-E429-4130-9854-6A15FA0ABE7B}"/>
          </ac:spMkLst>
        </pc:spChg>
        <pc:spChg chg="add mod">
          <ac:chgData name="Dominika Gulyásová" userId="53ae8ad87f28fb73" providerId="LiveId" clId="{436F8EBE-2F76-42E0-981B-8B14D5A95E32}" dt="2021-11-28T14:24:43.773" v="3385" actId="1076"/>
          <ac:spMkLst>
            <pc:docMk/>
            <pc:sldMk cId="999423117" sldId="273"/>
            <ac:spMk id="10" creationId="{5F491C5C-D80A-4EB2-83C8-531C85F74D91}"/>
          </ac:spMkLst>
        </pc:spChg>
        <pc:spChg chg="add mod">
          <ac:chgData name="Dominika Gulyásová" userId="53ae8ad87f28fb73" providerId="LiveId" clId="{436F8EBE-2F76-42E0-981B-8B14D5A95E32}" dt="2021-11-28T14:24:54.540" v="3392" actId="1076"/>
          <ac:spMkLst>
            <pc:docMk/>
            <pc:sldMk cId="999423117" sldId="273"/>
            <ac:spMk id="11" creationId="{185575F3-7340-4B16-B9A8-3CAAE166490D}"/>
          </ac:spMkLst>
        </pc:spChg>
        <pc:spChg chg="add mod">
          <ac:chgData name="Dominika Gulyásová" userId="53ae8ad87f28fb73" providerId="LiveId" clId="{436F8EBE-2F76-42E0-981B-8B14D5A95E32}" dt="2021-11-28T14:25:21.305" v="3402" actId="207"/>
          <ac:spMkLst>
            <pc:docMk/>
            <pc:sldMk cId="999423117" sldId="273"/>
            <ac:spMk id="12" creationId="{9F204089-A9C5-46CC-8FF7-C64BFA80774A}"/>
          </ac:spMkLst>
        </pc:spChg>
        <pc:spChg chg="add mod">
          <ac:chgData name="Dominika Gulyásová" userId="53ae8ad87f28fb73" providerId="LiveId" clId="{436F8EBE-2F76-42E0-981B-8B14D5A95E32}" dt="2021-11-28T14:25:54.998" v="3431" actId="1076"/>
          <ac:spMkLst>
            <pc:docMk/>
            <pc:sldMk cId="999423117" sldId="273"/>
            <ac:spMk id="13" creationId="{E08E8938-567C-461C-B4D4-3FA45CB01AC5}"/>
          </ac:spMkLst>
        </pc:spChg>
        <pc:spChg chg="add mod">
          <ac:chgData name="Dominika Gulyásová" userId="53ae8ad87f28fb73" providerId="LiveId" clId="{436F8EBE-2F76-42E0-981B-8B14D5A95E32}" dt="2021-11-28T14:26:16.825" v="3444" actId="1076"/>
          <ac:spMkLst>
            <pc:docMk/>
            <pc:sldMk cId="999423117" sldId="273"/>
            <ac:spMk id="14" creationId="{39FE1A7D-EF1C-43AD-827D-D34FA8272269}"/>
          </ac:spMkLst>
        </pc:spChg>
        <pc:spChg chg="add mod">
          <ac:chgData name="Dominika Gulyásová" userId="53ae8ad87f28fb73" providerId="LiveId" clId="{436F8EBE-2F76-42E0-981B-8B14D5A95E32}" dt="2021-11-28T14:26:39.847" v="3458" actId="1076"/>
          <ac:spMkLst>
            <pc:docMk/>
            <pc:sldMk cId="999423117" sldId="273"/>
            <ac:spMk id="15" creationId="{93CBC100-85A4-47C2-88A8-C213BC5EB221}"/>
          </ac:spMkLst>
        </pc:spChg>
        <pc:spChg chg="add mod">
          <ac:chgData name="Dominika Gulyásová" userId="53ae8ad87f28fb73" providerId="LiveId" clId="{436F8EBE-2F76-42E0-981B-8B14D5A95E32}" dt="2021-11-28T14:26:49.458" v="3465" actId="20577"/>
          <ac:spMkLst>
            <pc:docMk/>
            <pc:sldMk cId="999423117" sldId="273"/>
            <ac:spMk id="16" creationId="{546A9FA5-5E09-4156-9364-43F2AF3BF298}"/>
          </ac:spMkLst>
        </pc:spChg>
        <pc:spChg chg="add mod">
          <ac:chgData name="Dominika Gulyásová" userId="53ae8ad87f28fb73" providerId="LiveId" clId="{436F8EBE-2F76-42E0-981B-8B14D5A95E32}" dt="2021-11-28T14:28:40.783" v="3590" actId="207"/>
          <ac:spMkLst>
            <pc:docMk/>
            <pc:sldMk cId="999423117" sldId="273"/>
            <ac:spMk id="17" creationId="{4C113EA4-7E6C-4AFE-90E7-78FCD7B34DC6}"/>
          </ac:spMkLst>
        </pc:spChg>
        <pc:spChg chg="add mod">
          <ac:chgData name="Dominika Gulyásová" userId="53ae8ad87f28fb73" providerId="LiveId" clId="{436F8EBE-2F76-42E0-981B-8B14D5A95E32}" dt="2021-11-28T14:27:42.616" v="3496" actId="1076"/>
          <ac:spMkLst>
            <pc:docMk/>
            <pc:sldMk cId="999423117" sldId="273"/>
            <ac:spMk id="18" creationId="{C883B7BF-3FA4-44C5-A12F-9F1BBE5D3624}"/>
          </ac:spMkLst>
        </pc:spChg>
        <pc:spChg chg="add mod">
          <ac:chgData name="Dominika Gulyásová" userId="53ae8ad87f28fb73" providerId="LiveId" clId="{436F8EBE-2F76-42E0-981B-8B14D5A95E32}" dt="2021-11-28T14:27:53.415" v="3510" actId="20577"/>
          <ac:spMkLst>
            <pc:docMk/>
            <pc:sldMk cId="999423117" sldId="273"/>
            <ac:spMk id="19" creationId="{616D6A95-1F7F-4E99-8575-8F127C7989ED}"/>
          </ac:spMkLst>
        </pc:spChg>
        <pc:spChg chg="add mod">
          <ac:chgData name="Dominika Gulyásová" userId="53ae8ad87f28fb73" providerId="LiveId" clId="{436F8EBE-2F76-42E0-981B-8B14D5A95E32}" dt="2021-11-28T14:28:36.058" v="3589" actId="207"/>
          <ac:spMkLst>
            <pc:docMk/>
            <pc:sldMk cId="999423117" sldId="273"/>
            <ac:spMk id="20" creationId="{0CAA4C8E-0E68-4A56-9478-158F501670C8}"/>
          </ac:spMkLst>
        </pc:spChg>
        <pc:spChg chg="add mod">
          <ac:chgData name="Dominika Gulyásová" userId="53ae8ad87f28fb73" providerId="LiveId" clId="{436F8EBE-2F76-42E0-981B-8B14D5A95E32}" dt="2021-11-28T14:29:14.898" v="3629" actId="207"/>
          <ac:spMkLst>
            <pc:docMk/>
            <pc:sldMk cId="999423117" sldId="273"/>
            <ac:spMk id="21" creationId="{5A22085D-1461-4B29-83FE-DB48A2D07490}"/>
          </ac:spMkLst>
        </pc:spChg>
      </pc:sldChg>
      <pc:sldChg chg="modSp add mod modAnim">
        <pc:chgData name="Dominika Gulyásová" userId="53ae8ad87f28fb73" providerId="LiveId" clId="{436F8EBE-2F76-42E0-981B-8B14D5A95E32}" dt="2021-12-01T15:09:50.840" v="4306"/>
        <pc:sldMkLst>
          <pc:docMk/>
          <pc:sldMk cId="3495255891" sldId="274"/>
        </pc:sldMkLst>
        <pc:spChg chg="mod">
          <ac:chgData name="Dominika Gulyásová" userId="53ae8ad87f28fb73" providerId="LiveId" clId="{436F8EBE-2F76-42E0-981B-8B14D5A95E32}" dt="2021-11-28T14:32:32.518" v="3677" actId="20577"/>
          <ac:spMkLst>
            <pc:docMk/>
            <pc:sldMk cId="3495255891" sldId="274"/>
            <ac:spMk id="3" creationId="{7262FF61-7145-42E5-9B99-D467FC26CA11}"/>
          </ac:spMkLst>
        </pc:spChg>
        <pc:spChg chg="mod">
          <ac:chgData name="Dominika Gulyásová" userId="53ae8ad87f28fb73" providerId="LiveId" clId="{436F8EBE-2F76-42E0-981B-8B14D5A95E32}" dt="2021-11-28T14:32:42.082" v="3679" actId="14100"/>
          <ac:spMkLst>
            <pc:docMk/>
            <pc:sldMk cId="3495255891" sldId="274"/>
            <ac:spMk id="5" creationId="{EB2F6DE4-3CAB-4A2E-B8D3-8D2AAB9A004C}"/>
          </ac:spMkLst>
        </pc:spChg>
        <pc:spChg chg="mod">
          <ac:chgData name="Dominika Gulyásová" userId="53ae8ad87f28fb73" providerId="LiveId" clId="{436F8EBE-2F76-42E0-981B-8B14D5A95E32}" dt="2021-11-28T14:32:51.741" v="3690" actId="20577"/>
          <ac:spMkLst>
            <pc:docMk/>
            <pc:sldMk cId="3495255891" sldId="274"/>
            <ac:spMk id="6" creationId="{A8FA4A86-100C-4369-9224-3B62C030439F}"/>
          </ac:spMkLst>
        </pc:spChg>
        <pc:spChg chg="mod">
          <ac:chgData name="Dominika Gulyásová" userId="53ae8ad87f28fb73" providerId="LiveId" clId="{436F8EBE-2F76-42E0-981B-8B14D5A95E32}" dt="2021-11-28T14:33:45.351" v="3758" actId="20577"/>
          <ac:spMkLst>
            <pc:docMk/>
            <pc:sldMk cId="3495255891" sldId="274"/>
            <ac:spMk id="15" creationId="{93CBC100-85A4-47C2-88A8-C213BC5EB221}"/>
          </ac:spMkLst>
        </pc:spChg>
        <pc:spChg chg="mod">
          <ac:chgData name="Dominika Gulyásová" userId="53ae8ad87f28fb73" providerId="LiveId" clId="{436F8EBE-2F76-42E0-981B-8B14D5A95E32}" dt="2021-11-28T14:34:31.269" v="3802" actId="14100"/>
          <ac:spMkLst>
            <pc:docMk/>
            <pc:sldMk cId="3495255891" sldId="274"/>
            <ac:spMk id="16" creationId="{546A9FA5-5E09-4156-9364-43F2AF3BF298}"/>
          </ac:spMkLst>
        </pc:spChg>
        <pc:spChg chg="mod">
          <ac:chgData name="Dominika Gulyásová" userId="53ae8ad87f28fb73" providerId="LiveId" clId="{436F8EBE-2F76-42E0-981B-8B14D5A95E32}" dt="2021-11-28T14:32:59.195" v="3698" actId="20577"/>
          <ac:spMkLst>
            <pc:docMk/>
            <pc:sldMk cId="3495255891" sldId="274"/>
            <ac:spMk id="17" creationId="{4C113EA4-7E6C-4AFE-90E7-78FCD7B34DC6}"/>
          </ac:spMkLst>
        </pc:spChg>
        <pc:spChg chg="mod">
          <ac:chgData name="Dominika Gulyásová" userId="53ae8ad87f28fb73" providerId="LiveId" clId="{436F8EBE-2F76-42E0-981B-8B14D5A95E32}" dt="2021-11-28T14:35:40.241" v="3803" actId="20577"/>
          <ac:spMkLst>
            <pc:docMk/>
            <pc:sldMk cId="3495255891" sldId="274"/>
            <ac:spMk id="20" creationId="{0CAA4C8E-0E68-4A56-9478-158F501670C8}"/>
          </ac:spMkLst>
        </pc:spChg>
        <pc:spChg chg="mod">
          <ac:chgData name="Dominika Gulyásová" userId="53ae8ad87f28fb73" providerId="LiveId" clId="{436F8EBE-2F76-42E0-981B-8B14D5A95E32}" dt="2021-11-28T14:34:21.043" v="3794" actId="14100"/>
          <ac:spMkLst>
            <pc:docMk/>
            <pc:sldMk cId="3495255891" sldId="274"/>
            <ac:spMk id="21" creationId="{5A22085D-1461-4B29-83FE-DB48A2D07490}"/>
          </ac:spMkLst>
        </pc:spChg>
      </pc:sldChg>
      <pc:sldChg chg="addSp delSp modSp add mod delAnim modAnim">
        <pc:chgData name="Dominika Gulyásová" userId="53ae8ad87f28fb73" providerId="LiveId" clId="{436F8EBE-2F76-42E0-981B-8B14D5A95E32}" dt="2021-12-01T15:10:32.898" v="4310"/>
        <pc:sldMkLst>
          <pc:docMk/>
          <pc:sldMk cId="1384580927" sldId="275"/>
        </pc:sldMkLst>
        <pc:spChg chg="mod">
          <ac:chgData name="Dominika Gulyásová" userId="53ae8ad87f28fb73" providerId="LiveId" clId="{436F8EBE-2F76-42E0-981B-8B14D5A95E32}" dt="2021-11-28T14:36:24.248" v="3834" actId="20577"/>
          <ac:spMkLst>
            <pc:docMk/>
            <pc:sldMk cId="1384580927" sldId="275"/>
            <ac:spMk id="2" creationId="{D5828CF1-C360-4EC7-99FE-2D72EF6AD4E7}"/>
          </ac:spMkLst>
        </pc:spChg>
        <pc:spChg chg="del">
          <ac:chgData name="Dominika Gulyásová" userId="53ae8ad87f28fb73" providerId="LiveId" clId="{436F8EBE-2F76-42E0-981B-8B14D5A95E32}" dt="2021-11-28T14:36:28.848" v="3835" actId="478"/>
          <ac:spMkLst>
            <pc:docMk/>
            <pc:sldMk cId="1384580927" sldId="275"/>
            <ac:spMk id="3" creationId="{7262FF61-7145-42E5-9B99-D467FC26CA11}"/>
          </ac:spMkLst>
        </pc:spChg>
        <pc:spChg chg="del">
          <ac:chgData name="Dominika Gulyásová" userId="53ae8ad87f28fb73" providerId="LiveId" clId="{436F8EBE-2F76-42E0-981B-8B14D5A95E32}" dt="2021-11-28T14:36:32.216" v="3836" actId="478"/>
          <ac:spMkLst>
            <pc:docMk/>
            <pc:sldMk cId="1384580927" sldId="275"/>
            <ac:spMk id="5" creationId="{EB2F6DE4-3CAB-4A2E-B8D3-8D2AAB9A004C}"/>
          </ac:spMkLst>
        </pc:spChg>
        <pc:spChg chg="del mod">
          <ac:chgData name="Dominika Gulyásová" userId="53ae8ad87f28fb73" providerId="LiveId" clId="{436F8EBE-2F76-42E0-981B-8B14D5A95E32}" dt="2021-11-28T14:36:36.060" v="3840" actId="478"/>
          <ac:spMkLst>
            <pc:docMk/>
            <pc:sldMk cId="1384580927" sldId="275"/>
            <ac:spMk id="6" creationId="{A8FA4A86-100C-4369-9224-3B62C030439F}"/>
          </ac:spMkLst>
        </pc:spChg>
        <pc:spChg chg="del">
          <ac:chgData name="Dominika Gulyásová" userId="53ae8ad87f28fb73" providerId="LiveId" clId="{436F8EBE-2F76-42E0-981B-8B14D5A95E32}" dt="2021-11-28T14:36:37.669" v="3841" actId="478"/>
          <ac:spMkLst>
            <pc:docMk/>
            <pc:sldMk cId="1384580927" sldId="275"/>
            <ac:spMk id="7" creationId="{43D47718-9BF1-4B7A-A936-4D4F38F37C54}"/>
          </ac:spMkLst>
        </pc:spChg>
        <pc:spChg chg="del">
          <ac:chgData name="Dominika Gulyásová" userId="53ae8ad87f28fb73" providerId="LiveId" clId="{436F8EBE-2F76-42E0-981B-8B14D5A95E32}" dt="2021-11-28T14:36:46.265" v="3845" actId="478"/>
          <ac:spMkLst>
            <pc:docMk/>
            <pc:sldMk cId="1384580927" sldId="275"/>
            <ac:spMk id="8" creationId="{C301A59E-A8F8-4983-B8F2-FC95BC7DF691}"/>
          </ac:spMkLst>
        </pc:spChg>
        <pc:spChg chg="del mod">
          <ac:chgData name="Dominika Gulyásová" userId="53ae8ad87f28fb73" providerId="LiveId" clId="{436F8EBE-2F76-42E0-981B-8B14D5A95E32}" dt="2021-11-28T14:36:55.182" v="3850" actId="478"/>
          <ac:spMkLst>
            <pc:docMk/>
            <pc:sldMk cId="1384580927" sldId="275"/>
            <ac:spMk id="9" creationId="{37282692-E429-4130-9854-6A15FA0ABE7B}"/>
          </ac:spMkLst>
        </pc:spChg>
        <pc:spChg chg="del mod">
          <ac:chgData name="Dominika Gulyásová" userId="53ae8ad87f28fb73" providerId="LiveId" clId="{436F8EBE-2F76-42E0-981B-8B14D5A95E32}" dt="2021-11-28T14:37:01.414" v="3855" actId="478"/>
          <ac:spMkLst>
            <pc:docMk/>
            <pc:sldMk cId="1384580927" sldId="275"/>
            <ac:spMk id="10" creationId="{5F491C5C-D80A-4EB2-83C8-531C85F74D91}"/>
          </ac:spMkLst>
        </pc:spChg>
        <pc:spChg chg="del mod">
          <ac:chgData name="Dominika Gulyásová" userId="53ae8ad87f28fb73" providerId="LiveId" clId="{436F8EBE-2F76-42E0-981B-8B14D5A95E32}" dt="2021-11-28T14:37:09.350" v="3859" actId="478"/>
          <ac:spMkLst>
            <pc:docMk/>
            <pc:sldMk cId="1384580927" sldId="275"/>
            <ac:spMk id="11" creationId="{185575F3-7340-4B16-B9A8-3CAAE166490D}"/>
          </ac:spMkLst>
        </pc:spChg>
        <pc:spChg chg="del">
          <ac:chgData name="Dominika Gulyásová" userId="53ae8ad87f28fb73" providerId="LiveId" clId="{436F8EBE-2F76-42E0-981B-8B14D5A95E32}" dt="2021-11-28T14:36:42.143" v="3842" actId="478"/>
          <ac:spMkLst>
            <pc:docMk/>
            <pc:sldMk cId="1384580927" sldId="275"/>
            <ac:spMk id="12" creationId="{9F204089-A9C5-46CC-8FF7-C64BFA80774A}"/>
          </ac:spMkLst>
        </pc:spChg>
        <pc:spChg chg="del mod">
          <ac:chgData name="Dominika Gulyásová" userId="53ae8ad87f28fb73" providerId="LiveId" clId="{436F8EBE-2F76-42E0-981B-8B14D5A95E32}" dt="2021-11-28T14:36:48.285" v="3847" actId="478"/>
          <ac:spMkLst>
            <pc:docMk/>
            <pc:sldMk cId="1384580927" sldId="275"/>
            <ac:spMk id="13" creationId="{E08E8938-567C-461C-B4D4-3FA45CB01AC5}"/>
          </ac:spMkLst>
        </pc:spChg>
        <pc:spChg chg="del mod">
          <ac:chgData name="Dominika Gulyásová" userId="53ae8ad87f28fb73" providerId="LiveId" clId="{436F8EBE-2F76-42E0-981B-8B14D5A95E32}" dt="2021-11-28T14:36:57.124" v="3852" actId="478"/>
          <ac:spMkLst>
            <pc:docMk/>
            <pc:sldMk cId="1384580927" sldId="275"/>
            <ac:spMk id="14" creationId="{39FE1A7D-EF1C-43AD-827D-D34FA8272269}"/>
          </ac:spMkLst>
        </pc:spChg>
        <pc:spChg chg="del">
          <ac:chgData name="Dominika Gulyásová" userId="53ae8ad87f28fb73" providerId="LiveId" clId="{436F8EBE-2F76-42E0-981B-8B14D5A95E32}" dt="2021-11-28T14:37:03.869" v="3856" actId="478"/>
          <ac:spMkLst>
            <pc:docMk/>
            <pc:sldMk cId="1384580927" sldId="275"/>
            <ac:spMk id="15" creationId="{93CBC100-85A4-47C2-88A8-C213BC5EB221}"/>
          </ac:spMkLst>
        </pc:spChg>
        <pc:spChg chg="del">
          <ac:chgData name="Dominika Gulyásová" userId="53ae8ad87f28fb73" providerId="LiveId" clId="{436F8EBE-2F76-42E0-981B-8B14D5A95E32}" dt="2021-11-28T14:37:11.491" v="3860" actId="478"/>
          <ac:spMkLst>
            <pc:docMk/>
            <pc:sldMk cId="1384580927" sldId="275"/>
            <ac:spMk id="16" creationId="{546A9FA5-5E09-4156-9364-43F2AF3BF298}"/>
          </ac:spMkLst>
        </pc:spChg>
        <pc:spChg chg="del mod">
          <ac:chgData name="Dominika Gulyásová" userId="53ae8ad87f28fb73" providerId="LiveId" clId="{436F8EBE-2F76-42E0-981B-8B14D5A95E32}" dt="2021-11-28T14:36:44.248" v="3844" actId="478"/>
          <ac:spMkLst>
            <pc:docMk/>
            <pc:sldMk cId="1384580927" sldId="275"/>
            <ac:spMk id="17" creationId="{4C113EA4-7E6C-4AFE-90E7-78FCD7B34DC6}"/>
          </ac:spMkLst>
        </pc:spChg>
        <pc:spChg chg="del">
          <ac:chgData name="Dominika Gulyásová" userId="53ae8ad87f28fb73" providerId="LiveId" clId="{436F8EBE-2F76-42E0-981B-8B14D5A95E32}" dt="2021-11-28T14:36:50.553" v="3848" actId="478"/>
          <ac:spMkLst>
            <pc:docMk/>
            <pc:sldMk cId="1384580927" sldId="275"/>
            <ac:spMk id="18" creationId="{C883B7BF-3FA4-44C5-A12F-9F1BBE5D3624}"/>
          </ac:spMkLst>
        </pc:spChg>
        <pc:spChg chg="del">
          <ac:chgData name="Dominika Gulyásová" userId="53ae8ad87f28fb73" providerId="LiveId" clId="{436F8EBE-2F76-42E0-981B-8B14D5A95E32}" dt="2021-11-28T14:36:59.412" v="3853" actId="478"/>
          <ac:spMkLst>
            <pc:docMk/>
            <pc:sldMk cId="1384580927" sldId="275"/>
            <ac:spMk id="19" creationId="{616D6A95-1F7F-4E99-8575-8F127C7989ED}"/>
          </ac:spMkLst>
        </pc:spChg>
        <pc:spChg chg="del">
          <ac:chgData name="Dominika Gulyásová" userId="53ae8ad87f28fb73" providerId="LiveId" clId="{436F8EBE-2F76-42E0-981B-8B14D5A95E32}" dt="2021-11-28T14:37:05.921" v="3857" actId="478"/>
          <ac:spMkLst>
            <pc:docMk/>
            <pc:sldMk cId="1384580927" sldId="275"/>
            <ac:spMk id="20" creationId="{0CAA4C8E-0E68-4A56-9478-158F501670C8}"/>
          </ac:spMkLst>
        </pc:spChg>
        <pc:spChg chg="del">
          <ac:chgData name="Dominika Gulyásová" userId="53ae8ad87f28fb73" providerId="LiveId" clId="{436F8EBE-2F76-42E0-981B-8B14D5A95E32}" dt="2021-11-28T14:37:13.599" v="3861" actId="478"/>
          <ac:spMkLst>
            <pc:docMk/>
            <pc:sldMk cId="1384580927" sldId="275"/>
            <ac:spMk id="21" creationId="{5A22085D-1461-4B29-83FE-DB48A2D07490}"/>
          </ac:spMkLst>
        </pc:spChg>
        <pc:spChg chg="add del mod">
          <ac:chgData name="Dominika Gulyásová" userId="53ae8ad87f28fb73" providerId="LiveId" clId="{436F8EBE-2F76-42E0-981B-8B14D5A95E32}" dt="2021-11-28T14:36:33.576" v="3838" actId="478"/>
          <ac:spMkLst>
            <pc:docMk/>
            <pc:sldMk cId="1384580927" sldId="275"/>
            <ac:spMk id="22" creationId="{4BB140A1-597A-496C-B195-65DD45D8E259}"/>
          </ac:spMkLst>
        </pc:spChg>
        <pc:graphicFrameChg chg="add mod modGraphic">
          <ac:chgData name="Dominika Gulyásová" userId="53ae8ad87f28fb73" providerId="LiveId" clId="{436F8EBE-2F76-42E0-981B-8B14D5A95E32}" dt="2021-11-28T14:45:10.151" v="4244" actId="242"/>
          <ac:graphicFrameMkLst>
            <pc:docMk/>
            <pc:sldMk cId="1384580927" sldId="275"/>
            <ac:graphicFrameMk id="23" creationId="{80BB203C-7027-4E37-9E4C-AED2C22028B7}"/>
          </ac:graphicFrameMkLst>
        </pc:graphicFrameChg>
      </pc:sldChg>
      <pc:sldChg chg="modSp add mod modAnim">
        <pc:chgData name="Dominika Gulyásová" userId="53ae8ad87f28fb73" providerId="LiveId" clId="{436F8EBE-2F76-42E0-981B-8B14D5A95E32}" dt="2021-12-01T15:10:24.630" v="4309"/>
        <pc:sldMkLst>
          <pc:docMk/>
          <pc:sldMk cId="4237989344" sldId="276"/>
        </pc:sldMkLst>
        <pc:graphicFrameChg chg="mod modGraphic">
          <ac:chgData name="Dominika Gulyásová" userId="53ae8ad87f28fb73" providerId="LiveId" clId="{436F8EBE-2F76-42E0-981B-8B14D5A95E32}" dt="2021-12-01T15:10:23.208" v="4308" actId="1076"/>
          <ac:graphicFrameMkLst>
            <pc:docMk/>
            <pc:sldMk cId="4237989344" sldId="276"/>
            <ac:graphicFrameMk id="23" creationId="{80BB203C-7027-4E37-9E4C-AED2C22028B7}"/>
          </ac:graphicFrameMkLst>
        </pc:graphicFrameChg>
      </pc:sldChg>
      <pc:sldChg chg="addSp delSp modSp new mod modAnim">
        <pc:chgData name="Dominika Gulyásová" userId="53ae8ad87f28fb73" providerId="LiveId" clId="{436F8EBE-2F76-42E0-981B-8B14D5A95E32}" dt="2021-12-01T15:05:51.891" v="4305"/>
        <pc:sldMkLst>
          <pc:docMk/>
          <pc:sldMk cId="3552507682" sldId="277"/>
        </pc:sldMkLst>
        <pc:spChg chg="del mod">
          <ac:chgData name="Dominika Gulyásová" userId="53ae8ad87f28fb73" providerId="LiveId" clId="{436F8EBE-2F76-42E0-981B-8B14D5A95E32}" dt="2021-12-01T15:00:35.203" v="4249" actId="478"/>
          <ac:spMkLst>
            <pc:docMk/>
            <pc:sldMk cId="3552507682" sldId="277"/>
            <ac:spMk id="2" creationId="{42D0D2A2-A78F-4DD3-9035-8DB70D2F9D81}"/>
          </ac:spMkLst>
        </pc:spChg>
        <pc:spChg chg="del">
          <ac:chgData name="Dominika Gulyásová" userId="53ae8ad87f28fb73" providerId="LiveId" clId="{436F8EBE-2F76-42E0-981B-8B14D5A95E32}" dt="2021-12-01T15:00:37.831" v="4250" actId="478"/>
          <ac:spMkLst>
            <pc:docMk/>
            <pc:sldMk cId="3552507682" sldId="277"/>
            <ac:spMk id="3" creationId="{DE1D0A84-C4B1-4CCC-932E-7E2D046CBC69}"/>
          </ac:spMkLst>
        </pc:spChg>
        <pc:spChg chg="add mod">
          <ac:chgData name="Dominika Gulyásová" userId="53ae8ad87f28fb73" providerId="LiveId" clId="{436F8EBE-2F76-42E0-981B-8B14D5A95E32}" dt="2021-12-01T15:04:46.153" v="4302" actId="122"/>
          <ac:spMkLst>
            <pc:docMk/>
            <pc:sldMk cId="3552507682" sldId="277"/>
            <ac:spMk id="6" creationId="{79AC457E-1386-42CC-B207-2035741804F6}"/>
          </ac:spMkLst>
        </pc:spChg>
        <pc:graphicFrameChg chg="add mod modGraphic">
          <ac:chgData name="Dominika Gulyásová" userId="53ae8ad87f28fb73" providerId="LiveId" clId="{436F8EBE-2F76-42E0-981B-8B14D5A95E32}" dt="2021-12-01T15:02:00.115" v="4268" actId="1076"/>
          <ac:graphicFrameMkLst>
            <pc:docMk/>
            <pc:sldMk cId="3552507682" sldId="277"/>
            <ac:graphicFrameMk id="4" creationId="{C209F5CC-6082-4200-B416-6F668A0E536E}"/>
          </ac:graphicFrameMkLst>
        </pc:graphicFrameChg>
        <pc:graphicFrameChg chg="add mod modGraphic">
          <ac:chgData name="Dominika Gulyásová" userId="53ae8ad87f28fb73" providerId="LiveId" clId="{436F8EBE-2F76-42E0-981B-8B14D5A95E32}" dt="2021-12-01T15:05:45.351" v="4304" actId="12385"/>
          <ac:graphicFrameMkLst>
            <pc:docMk/>
            <pc:sldMk cId="3552507682" sldId="277"/>
            <ac:graphicFrameMk id="5" creationId="{3C379374-973E-48BA-8161-5F4431B7D819}"/>
          </ac:graphicFrameMkLst>
        </pc:graphicFrameChg>
      </pc:sldChg>
      <pc:sldMasterChg chg="addSldLayout">
        <pc:chgData name="Dominika Gulyásová" userId="53ae8ad87f28fb73" providerId="LiveId" clId="{436F8EBE-2F76-42E0-981B-8B14D5A95E32}" dt="2021-11-27T14:39:07.788" v="0" actId="680"/>
        <pc:sldMasterMkLst>
          <pc:docMk/>
          <pc:sldMasterMk cId="910435653" sldId="2147483648"/>
        </pc:sldMasterMkLst>
        <pc:sldLayoutChg chg="add">
          <pc:chgData name="Dominika Gulyásová" userId="53ae8ad87f28fb73" providerId="LiveId" clId="{436F8EBE-2F76-42E0-981B-8B14D5A95E32}" dt="2021-11-27T14:39:07.788" v="0" actId="680"/>
          <pc:sldLayoutMkLst>
            <pc:docMk/>
            <pc:sldMasterMk cId="910435653" sldId="2147483648"/>
            <pc:sldLayoutMk cId="2595722483" sldId="2147483649"/>
          </pc:sldLayoutMkLst>
        </pc:sldLayoutChg>
      </pc:sldMasterChg>
    </pc:docChg>
  </pc:docChgLst>
  <pc:docChgLst>
    <pc:chgData name="Dominika Gulyásová" userId="53ae8ad87f28fb73" providerId="LiveId" clId="{FAEF0C15-EDF9-4E46-856B-8F05A35967BF}"/>
    <pc:docChg chg="undo custSel addSld delSld modSld">
      <pc:chgData name="Dominika Gulyásová" userId="53ae8ad87f28fb73" providerId="LiveId" clId="{FAEF0C15-EDF9-4E46-856B-8F05A35967BF}" dt="2021-12-06T16:07:32.428" v="2894"/>
      <pc:docMkLst>
        <pc:docMk/>
      </pc:docMkLst>
      <pc:sldChg chg="modSp mod">
        <pc:chgData name="Dominika Gulyásová" userId="53ae8ad87f28fb73" providerId="LiveId" clId="{FAEF0C15-EDF9-4E46-856B-8F05A35967BF}" dt="2021-12-04T12:33:23.428" v="93" actId="1076"/>
        <pc:sldMkLst>
          <pc:docMk/>
          <pc:sldMk cId="3228368697" sldId="266"/>
        </pc:sldMkLst>
        <pc:spChg chg="mod">
          <ac:chgData name="Dominika Gulyásová" userId="53ae8ad87f28fb73" providerId="LiveId" clId="{FAEF0C15-EDF9-4E46-856B-8F05A35967BF}" dt="2021-12-04T12:33:23.428" v="93" actId="1076"/>
          <ac:spMkLst>
            <pc:docMk/>
            <pc:sldMk cId="3228368697" sldId="266"/>
            <ac:spMk id="7" creationId="{3CBF0CE1-AD95-4580-BED2-513943771DC7}"/>
          </ac:spMkLst>
        </pc:spChg>
      </pc:sldChg>
      <pc:sldChg chg="addSp delSp modSp add mod modAnim">
        <pc:chgData name="Dominika Gulyásová" userId="53ae8ad87f28fb73" providerId="LiveId" clId="{FAEF0C15-EDF9-4E46-856B-8F05A35967BF}" dt="2021-12-04T13:10:53.177" v="619"/>
        <pc:sldMkLst>
          <pc:docMk/>
          <pc:sldMk cId="2817348606" sldId="278"/>
        </pc:sldMkLst>
        <pc:spChg chg="mod">
          <ac:chgData name="Dominika Gulyásová" userId="53ae8ad87f28fb73" providerId="LiveId" clId="{FAEF0C15-EDF9-4E46-856B-8F05A35967BF}" dt="2021-12-04T12:29:12.516" v="10" actId="1076"/>
          <ac:spMkLst>
            <pc:docMk/>
            <pc:sldMk cId="2817348606" sldId="278"/>
            <ac:spMk id="2" creationId="{76976055-B043-4D0D-BA45-180D144E5945}"/>
          </ac:spMkLst>
        </pc:spChg>
        <pc:picChg chg="add mod">
          <ac:chgData name="Dominika Gulyásová" userId="53ae8ad87f28fb73" providerId="LiveId" clId="{FAEF0C15-EDF9-4E46-856B-8F05A35967BF}" dt="2021-12-04T12:29:15.644" v="11" actId="1076"/>
          <ac:picMkLst>
            <pc:docMk/>
            <pc:sldMk cId="2817348606" sldId="278"/>
            <ac:picMk id="4" creationId="{E8FD0E3C-931A-4F0F-BF88-EF5E4C9D1DE5}"/>
          </ac:picMkLst>
        </pc:picChg>
        <pc:picChg chg="del mod">
          <ac:chgData name="Dominika Gulyásová" userId="53ae8ad87f28fb73" providerId="LiveId" clId="{FAEF0C15-EDF9-4E46-856B-8F05A35967BF}" dt="2021-12-04T12:28:57.119" v="5" actId="478"/>
          <ac:picMkLst>
            <pc:docMk/>
            <pc:sldMk cId="2817348606" sldId="278"/>
            <ac:picMk id="5" creationId="{56594B54-17DD-4435-95B2-8B9F20B6AEA3}"/>
          </ac:picMkLst>
        </pc:picChg>
      </pc:sldChg>
      <pc:sldChg chg="addSp delSp modSp add mod modAnim">
        <pc:chgData name="Dominika Gulyásová" userId="53ae8ad87f28fb73" providerId="LiveId" clId="{FAEF0C15-EDF9-4E46-856B-8F05A35967BF}" dt="2021-12-04T13:10:57.873" v="620"/>
        <pc:sldMkLst>
          <pc:docMk/>
          <pc:sldMk cId="2453722609" sldId="279"/>
        </pc:sldMkLst>
        <pc:spChg chg="mod">
          <ac:chgData name="Dominika Gulyásová" userId="53ae8ad87f28fb73" providerId="LiveId" clId="{FAEF0C15-EDF9-4E46-856B-8F05A35967BF}" dt="2021-12-04T12:29:35.334" v="15" actId="20577"/>
          <ac:spMkLst>
            <pc:docMk/>
            <pc:sldMk cId="2453722609" sldId="279"/>
            <ac:spMk id="2" creationId="{7A8E777F-0701-4525-B75B-FE2F3B1B869D}"/>
          </ac:spMkLst>
        </pc:spChg>
        <pc:graphicFrameChg chg="modGraphic">
          <ac:chgData name="Dominika Gulyásová" userId="53ae8ad87f28fb73" providerId="LiveId" clId="{FAEF0C15-EDF9-4E46-856B-8F05A35967BF}" dt="2021-12-04T12:31:26.898" v="88" actId="20577"/>
          <ac:graphicFrameMkLst>
            <pc:docMk/>
            <pc:sldMk cId="2453722609" sldId="279"/>
            <ac:graphicFrameMk id="5" creationId="{960DDB6C-6A64-4ACC-89BE-5E0C0B0E81E4}"/>
          </ac:graphicFrameMkLst>
        </pc:graphicFrameChg>
        <pc:picChg chg="del mod">
          <ac:chgData name="Dominika Gulyásová" userId="53ae8ad87f28fb73" providerId="LiveId" clId="{FAEF0C15-EDF9-4E46-856B-8F05A35967BF}" dt="2021-12-04T12:29:43.139" v="17" actId="478"/>
          <ac:picMkLst>
            <pc:docMk/>
            <pc:sldMk cId="2453722609" sldId="279"/>
            <ac:picMk id="6" creationId="{5E73B57B-7B12-4856-ABA0-D3A0772C4288}"/>
          </ac:picMkLst>
        </pc:picChg>
        <pc:picChg chg="add mod">
          <ac:chgData name="Dominika Gulyásová" userId="53ae8ad87f28fb73" providerId="LiveId" clId="{FAEF0C15-EDF9-4E46-856B-8F05A35967BF}" dt="2021-12-04T12:31:45.206" v="92" actId="1076"/>
          <ac:picMkLst>
            <pc:docMk/>
            <pc:sldMk cId="2453722609" sldId="279"/>
            <ac:picMk id="7" creationId="{A20A6B05-8AD5-4D39-88EB-24592F4105A8}"/>
          </ac:picMkLst>
        </pc:picChg>
      </pc:sldChg>
      <pc:sldChg chg="addSp modSp add mod modAnim">
        <pc:chgData name="Dominika Gulyásová" userId="53ae8ad87f28fb73" providerId="LiveId" clId="{FAEF0C15-EDF9-4E46-856B-8F05A35967BF}" dt="2021-12-06T14:41:13.518" v="1494" actId="1076"/>
        <pc:sldMkLst>
          <pc:docMk/>
          <pc:sldMk cId="2152262460" sldId="280"/>
        </pc:sldMkLst>
        <pc:spChg chg="mod">
          <ac:chgData name="Dominika Gulyásová" userId="53ae8ad87f28fb73" providerId="LiveId" clId="{FAEF0C15-EDF9-4E46-856B-8F05A35967BF}" dt="2021-12-04T12:40:25.379" v="226" actId="1076"/>
          <ac:spMkLst>
            <pc:docMk/>
            <pc:sldMk cId="2152262460" sldId="280"/>
            <ac:spMk id="2" creationId="{7A8E777F-0701-4525-B75B-FE2F3B1B869D}"/>
          </ac:spMkLst>
        </pc:spChg>
        <pc:spChg chg="add mod">
          <ac:chgData name="Dominika Gulyásová" userId="53ae8ad87f28fb73" providerId="LiveId" clId="{FAEF0C15-EDF9-4E46-856B-8F05A35967BF}" dt="2021-12-04T12:40:28.971" v="227" actId="1076"/>
          <ac:spMkLst>
            <pc:docMk/>
            <pc:sldMk cId="2152262460" sldId="280"/>
            <ac:spMk id="3" creationId="{D1C75F21-5F20-4339-A008-4F01CE68E883}"/>
          </ac:spMkLst>
        </pc:spChg>
        <pc:spChg chg="add mod">
          <ac:chgData name="Dominika Gulyásová" userId="53ae8ad87f28fb73" providerId="LiveId" clId="{FAEF0C15-EDF9-4E46-856B-8F05A35967BF}" dt="2021-12-06T14:41:13.518" v="1494" actId="1076"/>
          <ac:spMkLst>
            <pc:docMk/>
            <pc:sldMk cId="2152262460" sldId="280"/>
            <ac:spMk id="6" creationId="{540968A9-B5E7-41E4-BEA6-AAEC193B0199}"/>
          </ac:spMkLst>
        </pc:spChg>
        <pc:graphicFrameChg chg="modGraphic">
          <ac:chgData name="Dominika Gulyásová" userId="53ae8ad87f28fb73" providerId="LiveId" clId="{FAEF0C15-EDF9-4E46-856B-8F05A35967BF}" dt="2021-12-04T12:39:15.986" v="202" actId="113"/>
          <ac:graphicFrameMkLst>
            <pc:docMk/>
            <pc:sldMk cId="2152262460" sldId="280"/>
            <ac:graphicFrameMk id="5" creationId="{960DDB6C-6A64-4ACC-89BE-5E0C0B0E81E4}"/>
          </ac:graphicFrameMkLst>
        </pc:graphicFrameChg>
        <pc:picChg chg="mod">
          <ac:chgData name="Dominika Gulyásová" userId="53ae8ad87f28fb73" providerId="LiveId" clId="{FAEF0C15-EDF9-4E46-856B-8F05A35967BF}" dt="2021-12-04T12:40:20.915" v="224" actId="1076"/>
          <ac:picMkLst>
            <pc:docMk/>
            <pc:sldMk cId="2152262460" sldId="280"/>
            <ac:picMk id="7" creationId="{A20A6B05-8AD5-4D39-88EB-24592F4105A8}"/>
          </ac:picMkLst>
        </pc:picChg>
      </pc:sldChg>
      <pc:sldChg chg="addSp delSp modSp add mod modAnim chgLayout">
        <pc:chgData name="Dominika Gulyásová" userId="53ae8ad87f28fb73" providerId="LiveId" clId="{FAEF0C15-EDF9-4E46-856B-8F05A35967BF}" dt="2021-12-04T13:10:05.155" v="618"/>
        <pc:sldMkLst>
          <pc:docMk/>
          <pc:sldMk cId="1662077190" sldId="281"/>
        </pc:sldMkLst>
        <pc:spChg chg="mod ord">
          <ac:chgData name="Dominika Gulyásová" userId="53ae8ad87f28fb73" providerId="LiveId" clId="{FAEF0C15-EDF9-4E46-856B-8F05A35967BF}" dt="2021-12-04T12:57:55.496" v="311" actId="700"/>
          <ac:spMkLst>
            <pc:docMk/>
            <pc:sldMk cId="1662077190" sldId="281"/>
            <ac:spMk id="2" creationId="{D5828CF1-C360-4EC7-99FE-2D72EF6AD4E7}"/>
          </ac:spMkLst>
        </pc:spChg>
        <pc:spChg chg="del">
          <ac:chgData name="Dominika Gulyásová" userId="53ae8ad87f28fb73" providerId="LiveId" clId="{FAEF0C15-EDF9-4E46-856B-8F05A35967BF}" dt="2021-12-04T12:49:13.088" v="258" actId="478"/>
          <ac:spMkLst>
            <pc:docMk/>
            <pc:sldMk cId="1662077190" sldId="281"/>
            <ac:spMk id="3" creationId="{7262FF61-7145-42E5-9B99-D467FC26CA11}"/>
          </ac:spMkLst>
        </pc:spChg>
        <pc:spChg chg="del">
          <ac:chgData name="Dominika Gulyásová" userId="53ae8ad87f28fb73" providerId="LiveId" clId="{FAEF0C15-EDF9-4E46-856B-8F05A35967BF}" dt="2021-12-04T12:49:16.527" v="260" actId="478"/>
          <ac:spMkLst>
            <pc:docMk/>
            <pc:sldMk cId="1662077190" sldId="281"/>
            <ac:spMk id="5" creationId="{EB2F6DE4-3CAB-4A2E-B8D3-8D2AAB9A004C}"/>
          </ac:spMkLst>
        </pc:spChg>
        <pc:spChg chg="del">
          <ac:chgData name="Dominika Gulyásová" userId="53ae8ad87f28fb73" providerId="LiveId" clId="{FAEF0C15-EDF9-4E46-856B-8F05A35967BF}" dt="2021-12-04T12:49:18.917" v="261" actId="478"/>
          <ac:spMkLst>
            <pc:docMk/>
            <pc:sldMk cId="1662077190" sldId="281"/>
            <ac:spMk id="6" creationId="{A8FA4A86-100C-4369-9224-3B62C030439F}"/>
          </ac:spMkLst>
        </pc:spChg>
        <pc:spChg chg="del">
          <ac:chgData name="Dominika Gulyásová" userId="53ae8ad87f28fb73" providerId="LiveId" clId="{FAEF0C15-EDF9-4E46-856B-8F05A35967BF}" dt="2021-12-04T12:49:21.323" v="262" actId="478"/>
          <ac:spMkLst>
            <pc:docMk/>
            <pc:sldMk cId="1662077190" sldId="281"/>
            <ac:spMk id="7" creationId="{43D47718-9BF1-4B7A-A936-4D4F38F37C54}"/>
          </ac:spMkLst>
        </pc:spChg>
        <pc:spChg chg="del">
          <ac:chgData name="Dominika Gulyásová" userId="53ae8ad87f28fb73" providerId="LiveId" clId="{FAEF0C15-EDF9-4E46-856B-8F05A35967BF}" dt="2021-12-04T12:49:29.377" v="267" actId="478"/>
          <ac:spMkLst>
            <pc:docMk/>
            <pc:sldMk cId="1662077190" sldId="281"/>
            <ac:spMk id="8" creationId="{C301A59E-A8F8-4983-B8F2-FC95BC7DF691}"/>
          </ac:spMkLst>
        </pc:spChg>
        <pc:spChg chg="del">
          <ac:chgData name="Dominika Gulyásová" userId="53ae8ad87f28fb73" providerId="LiveId" clId="{FAEF0C15-EDF9-4E46-856B-8F05A35967BF}" dt="2021-12-04T12:49:30.406" v="268" actId="478"/>
          <ac:spMkLst>
            <pc:docMk/>
            <pc:sldMk cId="1662077190" sldId="281"/>
            <ac:spMk id="9" creationId="{37282692-E429-4130-9854-6A15FA0ABE7B}"/>
          </ac:spMkLst>
        </pc:spChg>
        <pc:spChg chg="del">
          <ac:chgData name="Dominika Gulyásová" userId="53ae8ad87f28fb73" providerId="LiveId" clId="{FAEF0C15-EDF9-4E46-856B-8F05A35967BF}" dt="2021-12-04T12:49:41.502" v="274" actId="478"/>
          <ac:spMkLst>
            <pc:docMk/>
            <pc:sldMk cId="1662077190" sldId="281"/>
            <ac:spMk id="10" creationId="{5F491C5C-D80A-4EB2-83C8-531C85F74D91}"/>
          </ac:spMkLst>
        </pc:spChg>
        <pc:spChg chg="del">
          <ac:chgData name="Dominika Gulyásová" userId="53ae8ad87f28fb73" providerId="LiveId" clId="{FAEF0C15-EDF9-4E46-856B-8F05A35967BF}" dt="2021-12-04T12:49:42.590" v="275" actId="478"/>
          <ac:spMkLst>
            <pc:docMk/>
            <pc:sldMk cId="1662077190" sldId="281"/>
            <ac:spMk id="11" creationId="{185575F3-7340-4B16-B9A8-3CAAE166490D}"/>
          </ac:spMkLst>
        </pc:spChg>
        <pc:spChg chg="del">
          <ac:chgData name="Dominika Gulyásová" userId="53ae8ad87f28fb73" providerId="LiveId" clId="{FAEF0C15-EDF9-4E46-856B-8F05A35967BF}" dt="2021-12-04T12:49:22.480" v="263" actId="478"/>
          <ac:spMkLst>
            <pc:docMk/>
            <pc:sldMk cId="1662077190" sldId="281"/>
            <ac:spMk id="12" creationId="{9F204089-A9C5-46CC-8FF7-C64BFA80774A}"/>
          </ac:spMkLst>
        </pc:spChg>
        <pc:spChg chg="del">
          <ac:chgData name="Dominika Gulyásová" userId="53ae8ad87f28fb73" providerId="LiveId" clId="{FAEF0C15-EDF9-4E46-856B-8F05A35967BF}" dt="2021-12-04T12:49:25.566" v="265" actId="478"/>
          <ac:spMkLst>
            <pc:docMk/>
            <pc:sldMk cId="1662077190" sldId="281"/>
            <ac:spMk id="13" creationId="{E08E8938-567C-461C-B4D4-3FA45CB01AC5}"/>
          </ac:spMkLst>
        </pc:spChg>
        <pc:spChg chg="del">
          <ac:chgData name="Dominika Gulyásová" userId="53ae8ad87f28fb73" providerId="LiveId" clId="{FAEF0C15-EDF9-4E46-856B-8F05A35967BF}" dt="2021-12-04T12:49:28.079" v="266" actId="478"/>
          <ac:spMkLst>
            <pc:docMk/>
            <pc:sldMk cId="1662077190" sldId="281"/>
            <ac:spMk id="14" creationId="{39FE1A7D-EF1C-43AD-827D-D34FA8272269}"/>
          </ac:spMkLst>
        </pc:spChg>
        <pc:spChg chg="del">
          <ac:chgData name="Dominika Gulyásová" userId="53ae8ad87f28fb73" providerId="LiveId" clId="{FAEF0C15-EDF9-4E46-856B-8F05A35967BF}" dt="2021-12-04T12:49:39.692" v="273" actId="478"/>
          <ac:spMkLst>
            <pc:docMk/>
            <pc:sldMk cId="1662077190" sldId="281"/>
            <ac:spMk id="15" creationId="{93CBC100-85A4-47C2-88A8-C213BC5EB221}"/>
          </ac:spMkLst>
        </pc:spChg>
        <pc:spChg chg="del">
          <ac:chgData name="Dominika Gulyásová" userId="53ae8ad87f28fb73" providerId="LiveId" clId="{FAEF0C15-EDF9-4E46-856B-8F05A35967BF}" dt="2021-12-04T12:49:43.726" v="276" actId="478"/>
          <ac:spMkLst>
            <pc:docMk/>
            <pc:sldMk cId="1662077190" sldId="281"/>
            <ac:spMk id="16" creationId="{546A9FA5-5E09-4156-9364-43F2AF3BF298}"/>
          </ac:spMkLst>
        </pc:spChg>
        <pc:spChg chg="del">
          <ac:chgData name="Dominika Gulyásová" userId="53ae8ad87f28fb73" providerId="LiveId" clId="{FAEF0C15-EDF9-4E46-856B-8F05A35967BF}" dt="2021-12-04T12:49:23.668" v="264" actId="478"/>
          <ac:spMkLst>
            <pc:docMk/>
            <pc:sldMk cId="1662077190" sldId="281"/>
            <ac:spMk id="17" creationId="{4C113EA4-7E6C-4AFE-90E7-78FCD7B34DC6}"/>
          </ac:spMkLst>
        </pc:spChg>
        <pc:spChg chg="del">
          <ac:chgData name="Dominika Gulyásová" userId="53ae8ad87f28fb73" providerId="LiveId" clId="{FAEF0C15-EDF9-4E46-856B-8F05A35967BF}" dt="2021-12-04T12:49:35.811" v="270" actId="478"/>
          <ac:spMkLst>
            <pc:docMk/>
            <pc:sldMk cId="1662077190" sldId="281"/>
            <ac:spMk id="18" creationId="{C883B7BF-3FA4-44C5-A12F-9F1BBE5D3624}"/>
          </ac:spMkLst>
        </pc:spChg>
        <pc:spChg chg="del">
          <ac:chgData name="Dominika Gulyásová" userId="53ae8ad87f28fb73" providerId="LiveId" clId="{FAEF0C15-EDF9-4E46-856B-8F05A35967BF}" dt="2021-12-04T12:49:34.468" v="269" actId="478"/>
          <ac:spMkLst>
            <pc:docMk/>
            <pc:sldMk cId="1662077190" sldId="281"/>
            <ac:spMk id="19" creationId="{616D6A95-1F7F-4E99-8575-8F127C7989ED}"/>
          </ac:spMkLst>
        </pc:spChg>
        <pc:spChg chg="del mod">
          <ac:chgData name="Dominika Gulyásová" userId="53ae8ad87f28fb73" providerId="LiveId" clId="{FAEF0C15-EDF9-4E46-856B-8F05A35967BF}" dt="2021-12-04T12:49:38.503" v="272" actId="478"/>
          <ac:spMkLst>
            <pc:docMk/>
            <pc:sldMk cId="1662077190" sldId="281"/>
            <ac:spMk id="20" creationId="{0CAA4C8E-0E68-4A56-9478-158F501670C8}"/>
          </ac:spMkLst>
        </pc:spChg>
        <pc:spChg chg="del mod">
          <ac:chgData name="Dominika Gulyásová" userId="53ae8ad87f28fb73" providerId="LiveId" clId="{FAEF0C15-EDF9-4E46-856B-8F05A35967BF}" dt="2021-12-04T12:49:46.037" v="278" actId="478"/>
          <ac:spMkLst>
            <pc:docMk/>
            <pc:sldMk cId="1662077190" sldId="281"/>
            <ac:spMk id="21" creationId="{5A22085D-1461-4B29-83FE-DB48A2D07490}"/>
          </ac:spMkLst>
        </pc:spChg>
        <pc:spChg chg="add del mod">
          <ac:chgData name="Dominika Gulyásová" userId="53ae8ad87f28fb73" providerId="LiveId" clId="{FAEF0C15-EDF9-4E46-856B-8F05A35967BF}" dt="2021-12-04T12:49:15.647" v="259" actId="478"/>
          <ac:spMkLst>
            <pc:docMk/>
            <pc:sldMk cId="1662077190" sldId="281"/>
            <ac:spMk id="22" creationId="{C949AEE4-2068-49A8-9905-C331188613A2}"/>
          </ac:spMkLst>
        </pc:spChg>
        <pc:spChg chg="add del mod">
          <ac:chgData name="Dominika Gulyásová" userId="53ae8ad87f28fb73" providerId="LiveId" clId="{FAEF0C15-EDF9-4E46-856B-8F05A35967BF}" dt="2021-12-04T12:57:50.148" v="310" actId="478"/>
          <ac:spMkLst>
            <pc:docMk/>
            <pc:sldMk cId="1662077190" sldId="281"/>
            <ac:spMk id="23" creationId="{EFE7E778-1367-44B8-BB4E-B843A613F07E}"/>
          </ac:spMkLst>
        </pc:spChg>
        <pc:spChg chg="add mod ord">
          <ac:chgData name="Dominika Gulyásová" userId="53ae8ad87f28fb73" providerId="LiveId" clId="{FAEF0C15-EDF9-4E46-856B-8F05A35967BF}" dt="2021-12-04T13:05:01.633" v="531" actId="1076"/>
          <ac:spMkLst>
            <pc:docMk/>
            <pc:sldMk cId="1662077190" sldId="281"/>
            <ac:spMk id="24" creationId="{5E0E9D66-680E-403F-AFB7-C00CD797BBA2}"/>
          </ac:spMkLst>
        </pc:spChg>
        <pc:spChg chg="add mod">
          <ac:chgData name="Dominika Gulyásová" userId="53ae8ad87f28fb73" providerId="LiveId" clId="{FAEF0C15-EDF9-4E46-856B-8F05A35967BF}" dt="2021-12-04T13:05:17.575" v="534" actId="20577"/>
          <ac:spMkLst>
            <pc:docMk/>
            <pc:sldMk cId="1662077190" sldId="281"/>
            <ac:spMk id="26" creationId="{10E7EF11-2AF4-431F-94DA-6AF18272B253}"/>
          </ac:spMkLst>
        </pc:spChg>
        <pc:spChg chg="add mod">
          <ac:chgData name="Dominika Gulyásová" userId="53ae8ad87f28fb73" providerId="LiveId" clId="{FAEF0C15-EDF9-4E46-856B-8F05A35967BF}" dt="2021-12-04T13:06:12.498" v="547" actId="1076"/>
          <ac:spMkLst>
            <pc:docMk/>
            <pc:sldMk cId="1662077190" sldId="281"/>
            <ac:spMk id="27" creationId="{4179430B-D490-4327-AB4B-1DF5D6575243}"/>
          </ac:spMkLst>
        </pc:spChg>
        <pc:spChg chg="add mod">
          <ac:chgData name="Dominika Gulyásová" userId="53ae8ad87f28fb73" providerId="LiveId" clId="{FAEF0C15-EDF9-4E46-856B-8F05A35967BF}" dt="2021-12-04T13:06:24.136" v="549" actId="1076"/>
          <ac:spMkLst>
            <pc:docMk/>
            <pc:sldMk cId="1662077190" sldId="281"/>
            <ac:spMk id="28" creationId="{00F8616F-643D-4B1B-B4E6-557B45020670}"/>
          </ac:spMkLst>
        </pc:spChg>
        <pc:spChg chg="add mod">
          <ac:chgData name="Dominika Gulyásová" userId="53ae8ad87f28fb73" providerId="LiveId" clId="{FAEF0C15-EDF9-4E46-856B-8F05A35967BF}" dt="2021-12-04T13:06:29.150" v="551" actId="1076"/>
          <ac:spMkLst>
            <pc:docMk/>
            <pc:sldMk cId="1662077190" sldId="281"/>
            <ac:spMk id="29" creationId="{392E0BDC-1C75-4DE7-9D3B-B087AB7C91A3}"/>
          </ac:spMkLst>
        </pc:spChg>
        <pc:spChg chg="add mod">
          <ac:chgData name="Dominika Gulyásová" userId="53ae8ad87f28fb73" providerId="LiveId" clId="{FAEF0C15-EDF9-4E46-856B-8F05A35967BF}" dt="2021-12-04T13:06:38.544" v="553" actId="1076"/>
          <ac:spMkLst>
            <pc:docMk/>
            <pc:sldMk cId="1662077190" sldId="281"/>
            <ac:spMk id="30" creationId="{AE8B1250-0A91-47E0-9D98-6872A54628BE}"/>
          </ac:spMkLst>
        </pc:spChg>
        <pc:spChg chg="add mod">
          <ac:chgData name="Dominika Gulyásová" userId="53ae8ad87f28fb73" providerId="LiveId" clId="{FAEF0C15-EDF9-4E46-856B-8F05A35967BF}" dt="2021-12-04T13:06:45.152" v="555" actId="1076"/>
          <ac:spMkLst>
            <pc:docMk/>
            <pc:sldMk cId="1662077190" sldId="281"/>
            <ac:spMk id="31" creationId="{E33996EA-3332-405E-AE77-B62F20A7C502}"/>
          </ac:spMkLst>
        </pc:spChg>
        <pc:spChg chg="add mod">
          <ac:chgData name="Dominika Gulyásová" userId="53ae8ad87f28fb73" providerId="LiveId" clId="{FAEF0C15-EDF9-4E46-856B-8F05A35967BF}" dt="2021-12-04T13:06:50.024" v="557" actId="1076"/>
          <ac:spMkLst>
            <pc:docMk/>
            <pc:sldMk cId="1662077190" sldId="281"/>
            <ac:spMk id="32" creationId="{3C9C15A3-97A6-4E67-880B-42EEE9626542}"/>
          </ac:spMkLst>
        </pc:spChg>
        <pc:spChg chg="add mod">
          <ac:chgData name="Dominika Gulyásová" userId="53ae8ad87f28fb73" providerId="LiveId" clId="{FAEF0C15-EDF9-4E46-856B-8F05A35967BF}" dt="2021-12-04T13:06:55.385" v="559" actId="1076"/>
          <ac:spMkLst>
            <pc:docMk/>
            <pc:sldMk cId="1662077190" sldId="281"/>
            <ac:spMk id="33" creationId="{F55835E0-6FE5-44EB-B58E-8EE9F05B3115}"/>
          </ac:spMkLst>
        </pc:spChg>
        <pc:spChg chg="add mod">
          <ac:chgData name="Dominika Gulyásová" userId="53ae8ad87f28fb73" providerId="LiveId" clId="{FAEF0C15-EDF9-4E46-856B-8F05A35967BF}" dt="2021-12-04T13:07:14.034" v="569" actId="1076"/>
          <ac:spMkLst>
            <pc:docMk/>
            <pc:sldMk cId="1662077190" sldId="281"/>
            <ac:spMk id="34" creationId="{C09F1DB4-4370-4C90-9A13-31BC85DE5DCA}"/>
          </ac:spMkLst>
        </pc:spChg>
        <pc:spChg chg="add mod">
          <ac:chgData name="Dominika Gulyásová" userId="53ae8ad87f28fb73" providerId="LiveId" clId="{FAEF0C15-EDF9-4E46-856B-8F05A35967BF}" dt="2021-12-04T13:07:19.788" v="571" actId="1076"/>
          <ac:spMkLst>
            <pc:docMk/>
            <pc:sldMk cId="1662077190" sldId="281"/>
            <ac:spMk id="35" creationId="{F1B3D192-7D73-4F25-8C9A-20651C37E766}"/>
          </ac:spMkLst>
        </pc:spChg>
        <pc:spChg chg="add mod">
          <ac:chgData name="Dominika Gulyásová" userId="53ae8ad87f28fb73" providerId="LiveId" clId="{FAEF0C15-EDF9-4E46-856B-8F05A35967BF}" dt="2021-12-04T13:07:24.987" v="573" actId="1076"/>
          <ac:spMkLst>
            <pc:docMk/>
            <pc:sldMk cId="1662077190" sldId="281"/>
            <ac:spMk id="36" creationId="{2AC26D90-6BD4-40F3-B5EE-3603B96CE608}"/>
          </ac:spMkLst>
        </pc:spChg>
        <pc:spChg chg="add mod">
          <ac:chgData name="Dominika Gulyásová" userId="53ae8ad87f28fb73" providerId="LiveId" clId="{FAEF0C15-EDF9-4E46-856B-8F05A35967BF}" dt="2021-12-04T13:07:46.238" v="592" actId="1076"/>
          <ac:spMkLst>
            <pc:docMk/>
            <pc:sldMk cId="1662077190" sldId="281"/>
            <ac:spMk id="37" creationId="{A822AC3E-2C4C-4CF3-878A-E10C9DF56FA6}"/>
          </ac:spMkLst>
        </pc:spChg>
        <pc:spChg chg="add mod">
          <ac:chgData name="Dominika Gulyásová" userId="53ae8ad87f28fb73" providerId="LiveId" clId="{FAEF0C15-EDF9-4E46-856B-8F05A35967BF}" dt="2021-12-04T13:07:51.583" v="594" actId="1076"/>
          <ac:spMkLst>
            <pc:docMk/>
            <pc:sldMk cId="1662077190" sldId="281"/>
            <ac:spMk id="38" creationId="{AEF74B76-89DE-42B7-8EE8-EAB8B1399DA5}"/>
          </ac:spMkLst>
        </pc:spChg>
      </pc:sldChg>
      <pc:sldChg chg="addSp delSp modSp new mod modAnim">
        <pc:chgData name="Dominika Gulyásová" userId="53ae8ad87f28fb73" providerId="LiveId" clId="{FAEF0C15-EDF9-4E46-856B-8F05A35967BF}" dt="2021-12-06T15:07:56.229" v="1862" actId="207"/>
        <pc:sldMkLst>
          <pc:docMk/>
          <pc:sldMk cId="3034131334" sldId="282"/>
        </pc:sldMkLst>
        <pc:spChg chg="del mod">
          <ac:chgData name="Dominika Gulyásová" userId="53ae8ad87f28fb73" providerId="LiveId" clId="{FAEF0C15-EDF9-4E46-856B-8F05A35967BF}" dt="2021-12-04T13:14:16.014" v="623" actId="478"/>
          <ac:spMkLst>
            <pc:docMk/>
            <pc:sldMk cId="3034131334" sldId="282"/>
            <ac:spMk id="2" creationId="{9F752E52-602D-4C84-BAF4-54E859F71E98}"/>
          </ac:spMkLst>
        </pc:spChg>
        <pc:spChg chg="mod">
          <ac:chgData name="Dominika Gulyásová" userId="53ae8ad87f28fb73" providerId="LiveId" clId="{FAEF0C15-EDF9-4E46-856B-8F05A35967BF}" dt="2021-12-06T15:00:57.335" v="1699" actId="207"/>
          <ac:spMkLst>
            <pc:docMk/>
            <pc:sldMk cId="3034131334" sldId="282"/>
            <ac:spMk id="3" creationId="{6E0A62F7-027B-4D2A-9664-5809513C100F}"/>
          </ac:spMkLst>
        </pc:spChg>
        <pc:spChg chg="add mod">
          <ac:chgData name="Dominika Gulyásová" userId="53ae8ad87f28fb73" providerId="LiveId" clId="{FAEF0C15-EDF9-4E46-856B-8F05A35967BF}" dt="2021-12-06T15:01:01.933" v="1700" actId="207"/>
          <ac:spMkLst>
            <pc:docMk/>
            <pc:sldMk cId="3034131334" sldId="282"/>
            <ac:spMk id="4" creationId="{E2B126AB-A6AB-48D8-ACD9-430845F61FCB}"/>
          </ac:spMkLst>
        </pc:spChg>
        <pc:spChg chg="add mod">
          <ac:chgData name="Dominika Gulyásová" userId="53ae8ad87f28fb73" providerId="LiveId" clId="{FAEF0C15-EDF9-4E46-856B-8F05A35967BF}" dt="2021-12-04T13:16:22.997" v="707" actId="1076"/>
          <ac:spMkLst>
            <pc:docMk/>
            <pc:sldMk cId="3034131334" sldId="282"/>
            <ac:spMk id="5" creationId="{6020711E-3E59-438F-A30C-4560FBAABA6B}"/>
          </ac:spMkLst>
        </pc:spChg>
        <pc:spChg chg="add mod">
          <ac:chgData name="Dominika Gulyásová" userId="53ae8ad87f28fb73" providerId="LiveId" clId="{FAEF0C15-EDF9-4E46-856B-8F05A35967BF}" dt="2021-12-06T15:07:32.319" v="1856" actId="207"/>
          <ac:spMkLst>
            <pc:docMk/>
            <pc:sldMk cId="3034131334" sldId="282"/>
            <ac:spMk id="6" creationId="{3F203123-9BFA-4EDA-84FA-0470EF6C77A9}"/>
          </ac:spMkLst>
        </pc:spChg>
        <pc:spChg chg="add mod">
          <ac:chgData name="Dominika Gulyásová" userId="53ae8ad87f28fb73" providerId="LiveId" clId="{FAEF0C15-EDF9-4E46-856B-8F05A35967BF}" dt="2021-12-06T15:07:37.394" v="1857" actId="207"/>
          <ac:spMkLst>
            <pc:docMk/>
            <pc:sldMk cId="3034131334" sldId="282"/>
            <ac:spMk id="8" creationId="{B146D54D-DFCC-4926-95C2-4B0B6692CE8E}"/>
          </ac:spMkLst>
        </pc:spChg>
        <pc:spChg chg="add mod">
          <ac:chgData name="Dominika Gulyásová" userId="53ae8ad87f28fb73" providerId="LiveId" clId="{FAEF0C15-EDF9-4E46-856B-8F05A35967BF}" dt="2021-12-06T15:07:41.742" v="1858" actId="207"/>
          <ac:spMkLst>
            <pc:docMk/>
            <pc:sldMk cId="3034131334" sldId="282"/>
            <ac:spMk id="9" creationId="{A5AC51CB-9292-4F90-A2BF-BD86FC333E95}"/>
          </ac:spMkLst>
        </pc:spChg>
        <pc:spChg chg="add mod">
          <ac:chgData name="Dominika Gulyásová" userId="53ae8ad87f28fb73" providerId="LiveId" clId="{FAEF0C15-EDF9-4E46-856B-8F05A35967BF}" dt="2021-12-06T15:07:48.651" v="1860" actId="207"/>
          <ac:spMkLst>
            <pc:docMk/>
            <pc:sldMk cId="3034131334" sldId="282"/>
            <ac:spMk id="10" creationId="{C19FA8B8-0918-479A-A447-114EAD50B953}"/>
          </ac:spMkLst>
        </pc:spChg>
        <pc:spChg chg="add mod">
          <ac:chgData name="Dominika Gulyásová" userId="53ae8ad87f28fb73" providerId="LiveId" clId="{FAEF0C15-EDF9-4E46-856B-8F05A35967BF}" dt="2021-12-06T15:07:45.108" v="1859" actId="207"/>
          <ac:spMkLst>
            <pc:docMk/>
            <pc:sldMk cId="3034131334" sldId="282"/>
            <ac:spMk id="11" creationId="{536A60DB-A3B5-45B4-8E47-80F2F905B384}"/>
          </ac:spMkLst>
        </pc:spChg>
        <pc:spChg chg="add mod">
          <ac:chgData name="Dominika Gulyásová" userId="53ae8ad87f28fb73" providerId="LiveId" clId="{FAEF0C15-EDF9-4E46-856B-8F05A35967BF}" dt="2021-12-06T15:07:52.217" v="1861" actId="207"/>
          <ac:spMkLst>
            <pc:docMk/>
            <pc:sldMk cId="3034131334" sldId="282"/>
            <ac:spMk id="12" creationId="{9221F888-9B80-4BEA-ABD6-C9C82F985549}"/>
          </ac:spMkLst>
        </pc:spChg>
        <pc:spChg chg="add mod">
          <ac:chgData name="Dominika Gulyásová" userId="53ae8ad87f28fb73" providerId="LiveId" clId="{FAEF0C15-EDF9-4E46-856B-8F05A35967BF}" dt="2021-12-06T15:07:56.229" v="1862" actId="207"/>
          <ac:spMkLst>
            <pc:docMk/>
            <pc:sldMk cId="3034131334" sldId="282"/>
            <ac:spMk id="13" creationId="{9D228F89-96C1-4296-A385-188E4B40708A}"/>
          </ac:spMkLst>
        </pc:spChg>
        <pc:spChg chg="add mod">
          <ac:chgData name="Dominika Gulyásová" userId="53ae8ad87f28fb73" providerId="LiveId" clId="{FAEF0C15-EDF9-4E46-856B-8F05A35967BF}" dt="2021-12-04T13:22:34.053" v="889" actId="1076"/>
          <ac:spMkLst>
            <pc:docMk/>
            <pc:sldMk cId="3034131334" sldId="282"/>
            <ac:spMk id="14" creationId="{8DBD9EF5-A806-461A-B122-A173A76CD8A6}"/>
          </ac:spMkLst>
        </pc:spChg>
        <pc:spChg chg="add mod">
          <ac:chgData name="Dominika Gulyásová" userId="53ae8ad87f28fb73" providerId="LiveId" clId="{FAEF0C15-EDF9-4E46-856B-8F05A35967BF}" dt="2021-12-04T13:24:01.577" v="912" actId="1076"/>
          <ac:spMkLst>
            <pc:docMk/>
            <pc:sldMk cId="3034131334" sldId="282"/>
            <ac:spMk id="15" creationId="{CC1281BB-DAB3-4283-835B-5317DED120FB}"/>
          </ac:spMkLst>
        </pc:spChg>
        <pc:spChg chg="add mod">
          <ac:chgData name="Dominika Gulyásová" userId="53ae8ad87f28fb73" providerId="LiveId" clId="{FAEF0C15-EDF9-4E46-856B-8F05A35967BF}" dt="2021-12-04T13:23:57.075" v="911" actId="1076"/>
          <ac:spMkLst>
            <pc:docMk/>
            <pc:sldMk cId="3034131334" sldId="282"/>
            <ac:spMk id="16" creationId="{6CA05A81-D578-44AB-924E-366DC09438F2}"/>
          </ac:spMkLst>
        </pc:spChg>
        <pc:spChg chg="add mod">
          <ac:chgData name="Dominika Gulyásová" userId="53ae8ad87f28fb73" providerId="LiveId" clId="{FAEF0C15-EDF9-4E46-856B-8F05A35967BF}" dt="2021-12-04T13:24:18.443" v="919" actId="1076"/>
          <ac:spMkLst>
            <pc:docMk/>
            <pc:sldMk cId="3034131334" sldId="282"/>
            <ac:spMk id="17" creationId="{7FFAB237-A779-4309-8902-024F3BDF1B8E}"/>
          </ac:spMkLst>
        </pc:spChg>
        <pc:spChg chg="add mod">
          <ac:chgData name="Dominika Gulyásová" userId="53ae8ad87f28fb73" providerId="LiveId" clId="{FAEF0C15-EDF9-4E46-856B-8F05A35967BF}" dt="2021-12-04T13:24:39.601" v="926" actId="1076"/>
          <ac:spMkLst>
            <pc:docMk/>
            <pc:sldMk cId="3034131334" sldId="282"/>
            <ac:spMk id="18" creationId="{8F478082-2AFA-4CFA-B4CC-AE74F8465CEF}"/>
          </ac:spMkLst>
        </pc:spChg>
        <pc:spChg chg="add mod">
          <ac:chgData name="Dominika Gulyásová" userId="53ae8ad87f28fb73" providerId="LiveId" clId="{FAEF0C15-EDF9-4E46-856B-8F05A35967BF}" dt="2021-12-04T13:25:02.694" v="934" actId="1076"/>
          <ac:spMkLst>
            <pc:docMk/>
            <pc:sldMk cId="3034131334" sldId="282"/>
            <ac:spMk id="19" creationId="{08399BF5-48FD-4B9A-9537-CCA86C632DC4}"/>
          </ac:spMkLst>
        </pc:spChg>
        <pc:spChg chg="add mod">
          <ac:chgData name="Dominika Gulyásová" userId="53ae8ad87f28fb73" providerId="LiveId" clId="{FAEF0C15-EDF9-4E46-856B-8F05A35967BF}" dt="2021-12-06T15:01:20.201" v="1704" actId="1076"/>
          <ac:spMkLst>
            <pc:docMk/>
            <pc:sldMk cId="3034131334" sldId="282"/>
            <ac:spMk id="20" creationId="{F96D26DB-DBED-4431-B303-C6866D730B13}"/>
          </ac:spMkLst>
        </pc:spChg>
        <pc:picChg chg="add mod">
          <ac:chgData name="Dominika Gulyásová" userId="53ae8ad87f28fb73" providerId="LiveId" clId="{FAEF0C15-EDF9-4E46-856B-8F05A35967BF}" dt="2021-12-06T15:01:16.221" v="1703" actId="1076"/>
          <ac:picMkLst>
            <pc:docMk/>
            <pc:sldMk cId="3034131334" sldId="282"/>
            <ac:picMk id="7" creationId="{65C4134F-2E1F-4956-A59B-A9A1700ADDFD}"/>
          </ac:picMkLst>
        </pc:picChg>
      </pc:sldChg>
      <pc:sldChg chg="addSp delSp modSp new mod modAnim">
        <pc:chgData name="Dominika Gulyásová" userId="53ae8ad87f28fb73" providerId="LiveId" clId="{FAEF0C15-EDF9-4E46-856B-8F05A35967BF}" dt="2021-12-04T13:41:32.447" v="1337"/>
        <pc:sldMkLst>
          <pc:docMk/>
          <pc:sldMk cId="328468524" sldId="283"/>
        </pc:sldMkLst>
        <pc:spChg chg="mod">
          <ac:chgData name="Dominika Gulyásová" userId="53ae8ad87f28fb73" providerId="LiveId" clId="{FAEF0C15-EDF9-4E46-856B-8F05A35967BF}" dt="2021-12-04T13:28:28.644" v="1083" actId="20577"/>
          <ac:spMkLst>
            <pc:docMk/>
            <pc:sldMk cId="328468524" sldId="283"/>
            <ac:spMk id="2" creationId="{B02DFB29-5C31-4287-AC30-B4EAE2343E6E}"/>
          </ac:spMkLst>
        </pc:spChg>
        <pc:spChg chg="del mod">
          <ac:chgData name="Dominika Gulyásová" userId="53ae8ad87f28fb73" providerId="LiveId" clId="{FAEF0C15-EDF9-4E46-856B-8F05A35967BF}" dt="2021-12-04T13:32:53.889" v="1150" actId="478"/>
          <ac:spMkLst>
            <pc:docMk/>
            <pc:sldMk cId="328468524" sldId="283"/>
            <ac:spMk id="3" creationId="{AC49CCDC-6C1A-4FDE-8EF7-C58041321BC6}"/>
          </ac:spMkLst>
        </pc:spChg>
        <pc:spChg chg="add del mod">
          <ac:chgData name="Dominika Gulyásová" userId="53ae8ad87f28fb73" providerId="LiveId" clId="{FAEF0C15-EDF9-4E46-856B-8F05A35967BF}" dt="2021-12-04T13:32:58.958" v="1151" actId="478"/>
          <ac:spMkLst>
            <pc:docMk/>
            <pc:sldMk cId="328468524" sldId="283"/>
            <ac:spMk id="7" creationId="{12B3C348-1A72-4EA4-9EA9-F22CA3C463DA}"/>
          </ac:spMkLst>
        </pc:spChg>
        <pc:spChg chg="add mod">
          <ac:chgData name="Dominika Gulyásová" userId="53ae8ad87f28fb73" providerId="LiveId" clId="{FAEF0C15-EDF9-4E46-856B-8F05A35967BF}" dt="2021-12-04T13:35:28.565" v="1232" actId="1076"/>
          <ac:spMkLst>
            <pc:docMk/>
            <pc:sldMk cId="328468524" sldId="283"/>
            <ac:spMk id="8" creationId="{F73DB100-B812-4B6E-82EC-6F50953149E5}"/>
          </ac:spMkLst>
        </pc:spChg>
        <pc:spChg chg="add mod">
          <ac:chgData name="Dominika Gulyásová" userId="53ae8ad87f28fb73" providerId="LiveId" clId="{FAEF0C15-EDF9-4E46-856B-8F05A35967BF}" dt="2021-12-04T13:35:06.628" v="1226" actId="1076"/>
          <ac:spMkLst>
            <pc:docMk/>
            <pc:sldMk cId="328468524" sldId="283"/>
            <ac:spMk id="9" creationId="{21325ABD-B810-40E1-9EF5-19EF58521640}"/>
          </ac:spMkLst>
        </pc:spChg>
        <pc:spChg chg="add mod">
          <ac:chgData name="Dominika Gulyásová" userId="53ae8ad87f28fb73" providerId="LiveId" clId="{FAEF0C15-EDF9-4E46-856B-8F05A35967BF}" dt="2021-12-04T13:36:37.105" v="1248" actId="207"/>
          <ac:spMkLst>
            <pc:docMk/>
            <pc:sldMk cId="328468524" sldId="283"/>
            <ac:spMk id="10" creationId="{006CF814-3412-410C-AF2E-D08BE2383A5C}"/>
          </ac:spMkLst>
        </pc:spChg>
        <pc:spChg chg="add mod">
          <ac:chgData name="Dominika Gulyásová" userId="53ae8ad87f28fb73" providerId="LiveId" clId="{FAEF0C15-EDF9-4E46-856B-8F05A35967BF}" dt="2021-12-04T13:36:42.724" v="1249" actId="207"/>
          <ac:spMkLst>
            <pc:docMk/>
            <pc:sldMk cId="328468524" sldId="283"/>
            <ac:spMk id="11" creationId="{CFBF42F9-3EC8-4A6D-B128-2FAF4A9C0F8D}"/>
          </ac:spMkLst>
        </pc:spChg>
        <pc:spChg chg="add mod">
          <ac:chgData name="Dominika Gulyásová" userId="53ae8ad87f28fb73" providerId="LiveId" clId="{FAEF0C15-EDF9-4E46-856B-8F05A35967BF}" dt="2021-12-04T13:36:52.835" v="1250" actId="207"/>
          <ac:spMkLst>
            <pc:docMk/>
            <pc:sldMk cId="328468524" sldId="283"/>
            <ac:spMk id="12" creationId="{882BD376-A8BC-476A-BF20-E2D95A6430A8}"/>
          </ac:spMkLst>
        </pc:spChg>
        <pc:spChg chg="add mod">
          <ac:chgData name="Dominika Gulyásová" userId="53ae8ad87f28fb73" providerId="LiveId" clId="{FAEF0C15-EDF9-4E46-856B-8F05A35967BF}" dt="2021-12-04T13:36:58.572" v="1251" actId="207"/>
          <ac:spMkLst>
            <pc:docMk/>
            <pc:sldMk cId="328468524" sldId="283"/>
            <ac:spMk id="13" creationId="{8F130BDD-CF53-4672-8E4F-43D7BFE0443C}"/>
          </ac:spMkLst>
        </pc:spChg>
        <pc:spChg chg="add mod">
          <ac:chgData name="Dominika Gulyásová" userId="53ae8ad87f28fb73" providerId="LiveId" clId="{FAEF0C15-EDF9-4E46-856B-8F05A35967BF}" dt="2021-12-04T13:38:27.573" v="1288" actId="113"/>
          <ac:spMkLst>
            <pc:docMk/>
            <pc:sldMk cId="328468524" sldId="283"/>
            <ac:spMk id="23" creationId="{60349EF7-F868-402D-9D36-20DAEBFD651F}"/>
          </ac:spMkLst>
        </pc:spChg>
        <pc:spChg chg="add mod">
          <ac:chgData name="Dominika Gulyásová" userId="53ae8ad87f28fb73" providerId="LiveId" clId="{FAEF0C15-EDF9-4E46-856B-8F05A35967BF}" dt="2021-12-04T13:38:34.640" v="1290" actId="113"/>
          <ac:spMkLst>
            <pc:docMk/>
            <pc:sldMk cId="328468524" sldId="283"/>
            <ac:spMk id="24" creationId="{26EEAF49-0868-4EB8-BC00-5A225CC52A4C}"/>
          </ac:spMkLst>
        </pc:spChg>
        <pc:spChg chg="add mod">
          <ac:chgData name="Dominika Gulyásová" userId="53ae8ad87f28fb73" providerId="LiveId" clId="{FAEF0C15-EDF9-4E46-856B-8F05A35967BF}" dt="2021-12-04T13:38:42.618" v="1292" actId="113"/>
          <ac:spMkLst>
            <pc:docMk/>
            <pc:sldMk cId="328468524" sldId="283"/>
            <ac:spMk id="25" creationId="{CE14BDD3-7310-40EE-AB7A-3A045E3B3296}"/>
          </ac:spMkLst>
        </pc:spChg>
        <pc:spChg chg="add mod">
          <ac:chgData name="Dominika Gulyásová" userId="53ae8ad87f28fb73" providerId="LiveId" clId="{FAEF0C15-EDF9-4E46-856B-8F05A35967BF}" dt="2021-12-04T13:38:57.007" v="1294" actId="113"/>
          <ac:spMkLst>
            <pc:docMk/>
            <pc:sldMk cId="328468524" sldId="283"/>
            <ac:spMk id="26" creationId="{4CBC4466-BCCD-4F50-B894-CC6F6F297907}"/>
          </ac:spMkLst>
        </pc:spChg>
        <pc:picChg chg="add mod">
          <ac:chgData name="Dominika Gulyásová" userId="53ae8ad87f28fb73" providerId="LiveId" clId="{FAEF0C15-EDF9-4E46-856B-8F05A35967BF}" dt="2021-12-04T13:39:48.683" v="1310" actId="1076"/>
          <ac:picMkLst>
            <pc:docMk/>
            <pc:sldMk cId="328468524" sldId="283"/>
            <ac:picMk id="5" creationId="{2FEB14F2-DB2E-4C68-947D-CB49FF2AC4F7}"/>
          </ac:picMkLst>
        </pc:picChg>
        <pc:cxnChg chg="add mod">
          <ac:chgData name="Dominika Gulyásová" userId="53ae8ad87f28fb73" providerId="LiveId" clId="{FAEF0C15-EDF9-4E46-856B-8F05A35967BF}" dt="2021-12-04T13:40:12.264" v="1312" actId="1076"/>
          <ac:cxnSpMkLst>
            <pc:docMk/>
            <pc:sldMk cId="328468524" sldId="283"/>
            <ac:cxnSpMk id="15" creationId="{4E84D923-115C-4A62-82BD-57979E908ECB}"/>
          </ac:cxnSpMkLst>
        </pc:cxnChg>
        <pc:cxnChg chg="add mod">
          <ac:chgData name="Dominika Gulyásová" userId="53ae8ad87f28fb73" providerId="LiveId" clId="{FAEF0C15-EDF9-4E46-856B-8F05A35967BF}" dt="2021-12-04T13:36:00.300" v="1238" actId="14100"/>
          <ac:cxnSpMkLst>
            <pc:docMk/>
            <pc:sldMk cId="328468524" sldId="283"/>
            <ac:cxnSpMk id="16" creationId="{957B15AA-4B75-420C-B42B-C13EC20EB4A9}"/>
          </ac:cxnSpMkLst>
        </pc:cxnChg>
        <pc:cxnChg chg="add mod">
          <ac:chgData name="Dominika Gulyásová" userId="53ae8ad87f28fb73" providerId="LiveId" clId="{FAEF0C15-EDF9-4E46-856B-8F05A35967BF}" dt="2021-12-04T13:36:09.615" v="1241" actId="14100"/>
          <ac:cxnSpMkLst>
            <pc:docMk/>
            <pc:sldMk cId="328468524" sldId="283"/>
            <ac:cxnSpMk id="18" creationId="{6E8692D8-DFF1-41BB-BA2C-21EBD201ABE6}"/>
          </ac:cxnSpMkLst>
        </pc:cxnChg>
        <pc:cxnChg chg="add mod">
          <ac:chgData name="Dominika Gulyásová" userId="53ae8ad87f28fb73" providerId="LiveId" clId="{FAEF0C15-EDF9-4E46-856B-8F05A35967BF}" dt="2021-12-04T13:39:02.316" v="1295" actId="1076"/>
          <ac:cxnSpMkLst>
            <pc:docMk/>
            <pc:sldMk cId="328468524" sldId="283"/>
            <ac:cxnSpMk id="20" creationId="{B354713E-5FB2-4137-8940-B104A0EB092D}"/>
          </ac:cxnSpMkLst>
        </pc:cxnChg>
        <pc:cxnChg chg="add mod">
          <ac:chgData name="Dominika Gulyásová" userId="53ae8ad87f28fb73" providerId="LiveId" clId="{FAEF0C15-EDF9-4E46-856B-8F05A35967BF}" dt="2021-12-04T13:36:24.389" v="1247" actId="1076"/>
          <ac:cxnSpMkLst>
            <pc:docMk/>
            <pc:sldMk cId="328468524" sldId="283"/>
            <ac:cxnSpMk id="21" creationId="{4679B9BD-BEED-44B5-ABFF-74B2DB4B3B21}"/>
          </ac:cxnSpMkLst>
        </pc:cxnChg>
        <pc:cxnChg chg="add mod">
          <ac:chgData name="Dominika Gulyásová" userId="53ae8ad87f28fb73" providerId="LiveId" clId="{FAEF0C15-EDF9-4E46-856B-8F05A35967BF}" dt="2021-12-04T13:39:11.141" v="1298" actId="14100"/>
          <ac:cxnSpMkLst>
            <pc:docMk/>
            <pc:sldMk cId="328468524" sldId="283"/>
            <ac:cxnSpMk id="27" creationId="{3D7795F7-C187-4793-BC1C-F8982F0A9A24}"/>
          </ac:cxnSpMkLst>
        </pc:cxnChg>
        <pc:cxnChg chg="add mod">
          <ac:chgData name="Dominika Gulyásová" userId="53ae8ad87f28fb73" providerId="LiveId" clId="{FAEF0C15-EDF9-4E46-856B-8F05A35967BF}" dt="2021-12-04T13:39:21.324" v="1302" actId="14100"/>
          <ac:cxnSpMkLst>
            <pc:docMk/>
            <pc:sldMk cId="328468524" sldId="283"/>
            <ac:cxnSpMk id="29" creationId="{BC5D44A7-A711-4DC2-84EF-B808BE329AF4}"/>
          </ac:cxnSpMkLst>
        </pc:cxnChg>
        <pc:cxnChg chg="add mod">
          <ac:chgData name="Dominika Gulyásová" userId="53ae8ad87f28fb73" providerId="LiveId" clId="{FAEF0C15-EDF9-4E46-856B-8F05A35967BF}" dt="2021-12-04T13:41:18.201" v="1331" actId="1076"/>
          <ac:cxnSpMkLst>
            <pc:docMk/>
            <pc:sldMk cId="328468524" sldId="283"/>
            <ac:cxnSpMk id="32" creationId="{EB7DAB45-039F-4285-A77B-74B93B908FF0}"/>
          </ac:cxnSpMkLst>
        </pc:cxnChg>
        <pc:cxnChg chg="add mod">
          <ac:chgData name="Dominika Gulyásová" userId="53ae8ad87f28fb73" providerId="LiveId" clId="{FAEF0C15-EDF9-4E46-856B-8F05A35967BF}" dt="2021-12-04T13:39:41.933" v="1308" actId="14100"/>
          <ac:cxnSpMkLst>
            <pc:docMk/>
            <pc:sldMk cId="328468524" sldId="283"/>
            <ac:cxnSpMk id="34" creationId="{352F1487-2E49-464B-91F6-9E97DC99CCD7}"/>
          </ac:cxnSpMkLst>
        </pc:cxnChg>
      </pc:sldChg>
      <pc:sldChg chg="addSp delSp modSp add mod">
        <pc:chgData name="Dominika Gulyásová" userId="53ae8ad87f28fb73" providerId="LiveId" clId="{FAEF0C15-EDF9-4E46-856B-8F05A35967BF}" dt="2021-12-06T14:35:20.792" v="1351" actId="1076"/>
        <pc:sldMkLst>
          <pc:docMk/>
          <pc:sldMk cId="2484550900" sldId="284"/>
        </pc:sldMkLst>
        <pc:spChg chg="mod">
          <ac:chgData name="Dominika Gulyásová" userId="53ae8ad87f28fb73" providerId="LiveId" clId="{FAEF0C15-EDF9-4E46-856B-8F05A35967BF}" dt="2021-12-06T14:35:18.768" v="1350" actId="14100"/>
          <ac:spMkLst>
            <pc:docMk/>
            <pc:sldMk cId="2484550900" sldId="284"/>
            <ac:spMk id="2" creationId="{76976055-B043-4D0D-BA45-180D144E5945}"/>
          </ac:spMkLst>
        </pc:spChg>
        <pc:picChg chg="del">
          <ac:chgData name="Dominika Gulyásová" userId="53ae8ad87f28fb73" providerId="LiveId" clId="{FAEF0C15-EDF9-4E46-856B-8F05A35967BF}" dt="2021-12-06T14:35:00.601" v="1344" actId="478"/>
          <ac:picMkLst>
            <pc:docMk/>
            <pc:sldMk cId="2484550900" sldId="284"/>
            <ac:picMk id="4" creationId="{E8FD0E3C-931A-4F0F-BF88-EF5E4C9D1DE5}"/>
          </ac:picMkLst>
        </pc:picChg>
        <pc:picChg chg="add mod">
          <ac:chgData name="Dominika Gulyásová" userId="53ae8ad87f28fb73" providerId="LiveId" clId="{FAEF0C15-EDF9-4E46-856B-8F05A35967BF}" dt="2021-12-06T14:35:20.792" v="1351" actId="1076"/>
          <ac:picMkLst>
            <pc:docMk/>
            <pc:sldMk cId="2484550900" sldId="284"/>
            <ac:picMk id="5" creationId="{3C35FFE5-6098-4ACF-A193-63FAAB0F12B9}"/>
          </ac:picMkLst>
        </pc:picChg>
      </pc:sldChg>
      <pc:sldChg chg="addSp delSp modSp add mod">
        <pc:chgData name="Dominika Gulyásová" userId="53ae8ad87f28fb73" providerId="LiveId" clId="{FAEF0C15-EDF9-4E46-856B-8F05A35967BF}" dt="2021-12-06T15:01:47.286" v="1713" actId="1076"/>
        <pc:sldMkLst>
          <pc:docMk/>
          <pc:sldMk cId="621735685" sldId="285"/>
        </pc:sldMkLst>
        <pc:spChg chg="mod">
          <ac:chgData name="Dominika Gulyásová" userId="53ae8ad87f28fb73" providerId="LiveId" clId="{FAEF0C15-EDF9-4E46-856B-8F05A35967BF}" dt="2021-12-06T14:36:24.584" v="1374" actId="1076"/>
          <ac:spMkLst>
            <pc:docMk/>
            <pc:sldMk cId="621735685" sldId="285"/>
            <ac:spMk id="2" creationId="{7A8E777F-0701-4525-B75B-FE2F3B1B869D}"/>
          </ac:spMkLst>
        </pc:spChg>
        <pc:graphicFrameChg chg="modGraphic">
          <ac:chgData name="Dominika Gulyásová" userId="53ae8ad87f28fb73" providerId="LiveId" clId="{FAEF0C15-EDF9-4E46-856B-8F05A35967BF}" dt="2021-12-06T14:35:44.339" v="1360" actId="20577"/>
          <ac:graphicFrameMkLst>
            <pc:docMk/>
            <pc:sldMk cId="621735685" sldId="285"/>
            <ac:graphicFrameMk id="5" creationId="{960DDB6C-6A64-4ACC-89BE-5E0C0B0E81E4}"/>
          </ac:graphicFrameMkLst>
        </pc:graphicFrameChg>
        <pc:picChg chg="add mod">
          <ac:chgData name="Dominika Gulyásová" userId="53ae8ad87f28fb73" providerId="LiveId" clId="{FAEF0C15-EDF9-4E46-856B-8F05A35967BF}" dt="2021-12-06T15:01:47.286" v="1713" actId="1076"/>
          <ac:picMkLst>
            <pc:docMk/>
            <pc:sldMk cId="621735685" sldId="285"/>
            <ac:picMk id="6" creationId="{5847519B-B221-45F4-A3B1-E0FD3C6CBF98}"/>
          </ac:picMkLst>
        </pc:picChg>
        <pc:picChg chg="del">
          <ac:chgData name="Dominika Gulyásová" userId="53ae8ad87f28fb73" providerId="LiveId" clId="{FAEF0C15-EDF9-4E46-856B-8F05A35967BF}" dt="2021-12-06T14:36:05.955" v="1369" actId="478"/>
          <ac:picMkLst>
            <pc:docMk/>
            <pc:sldMk cId="621735685" sldId="285"/>
            <ac:picMk id="7" creationId="{A20A6B05-8AD5-4D39-88EB-24592F4105A8}"/>
          </ac:picMkLst>
        </pc:picChg>
      </pc:sldChg>
      <pc:sldChg chg="addSp modSp add mod modAnim">
        <pc:chgData name="Dominika Gulyásová" userId="53ae8ad87f28fb73" providerId="LiveId" clId="{FAEF0C15-EDF9-4E46-856B-8F05A35967BF}" dt="2021-12-06T16:03:41.801" v="2844"/>
        <pc:sldMkLst>
          <pc:docMk/>
          <pc:sldMk cId="1862176303" sldId="286"/>
        </pc:sldMkLst>
        <pc:spChg chg="mod">
          <ac:chgData name="Dominika Gulyásová" userId="53ae8ad87f28fb73" providerId="LiveId" clId="{FAEF0C15-EDF9-4E46-856B-8F05A35967BF}" dt="2021-12-06T14:44:11.771" v="1529" actId="1076"/>
          <ac:spMkLst>
            <pc:docMk/>
            <pc:sldMk cId="1862176303" sldId="286"/>
            <ac:spMk id="2" creationId="{7A8E777F-0701-4525-B75B-FE2F3B1B869D}"/>
          </ac:spMkLst>
        </pc:spChg>
        <pc:spChg chg="add mod">
          <ac:chgData name="Dominika Gulyásová" userId="53ae8ad87f28fb73" providerId="LiveId" clId="{FAEF0C15-EDF9-4E46-856B-8F05A35967BF}" dt="2021-12-06T14:42:57.027" v="1520" actId="1076"/>
          <ac:spMkLst>
            <pc:docMk/>
            <pc:sldMk cId="1862176303" sldId="286"/>
            <ac:spMk id="7" creationId="{706B7B03-B7D3-40B3-86AB-55EEF9C7A0E3}"/>
          </ac:spMkLst>
        </pc:spChg>
        <pc:spChg chg="add mod">
          <ac:chgData name="Dominika Gulyásová" userId="53ae8ad87f28fb73" providerId="LiveId" clId="{FAEF0C15-EDF9-4E46-856B-8F05A35967BF}" dt="2021-12-06T14:44:08.921" v="1528" actId="1076"/>
          <ac:spMkLst>
            <pc:docMk/>
            <pc:sldMk cId="1862176303" sldId="286"/>
            <ac:spMk id="8" creationId="{4DB2870C-2EE5-43DA-9E48-61855F1E2DB4}"/>
          </ac:spMkLst>
        </pc:spChg>
        <pc:graphicFrameChg chg="modGraphic">
          <ac:chgData name="Dominika Gulyásová" userId="53ae8ad87f28fb73" providerId="LiveId" clId="{FAEF0C15-EDF9-4E46-856B-8F05A35967BF}" dt="2021-12-06T14:41:32.856" v="1496" actId="113"/>
          <ac:graphicFrameMkLst>
            <pc:docMk/>
            <pc:sldMk cId="1862176303" sldId="286"/>
            <ac:graphicFrameMk id="5" creationId="{960DDB6C-6A64-4ACC-89BE-5E0C0B0E81E4}"/>
          </ac:graphicFrameMkLst>
        </pc:graphicFrameChg>
        <pc:picChg chg="mod">
          <ac:chgData name="Dominika Gulyásová" userId="53ae8ad87f28fb73" providerId="LiveId" clId="{FAEF0C15-EDF9-4E46-856B-8F05A35967BF}" dt="2021-12-06T14:43:27.568" v="1524" actId="1076"/>
          <ac:picMkLst>
            <pc:docMk/>
            <pc:sldMk cId="1862176303" sldId="286"/>
            <ac:picMk id="6" creationId="{5847519B-B221-45F4-A3B1-E0FD3C6CBF98}"/>
          </ac:picMkLst>
        </pc:picChg>
      </pc:sldChg>
      <pc:sldChg chg="new del">
        <pc:chgData name="Dominika Gulyásová" userId="53ae8ad87f28fb73" providerId="LiveId" clId="{FAEF0C15-EDF9-4E46-856B-8F05A35967BF}" dt="2021-12-06T14:46:22.662" v="1531" actId="47"/>
        <pc:sldMkLst>
          <pc:docMk/>
          <pc:sldMk cId="612457466" sldId="287"/>
        </pc:sldMkLst>
      </pc:sldChg>
      <pc:sldChg chg="addSp delSp modSp add mod delAnim modAnim">
        <pc:chgData name="Dominika Gulyásová" userId="53ae8ad87f28fb73" providerId="LiveId" clId="{FAEF0C15-EDF9-4E46-856B-8F05A35967BF}" dt="2021-12-06T16:04:54.265" v="2859"/>
        <pc:sldMkLst>
          <pc:docMk/>
          <pc:sldMk cId="3503248152" sldId="287"/>
        </pc:sldMkLst>
        <pc:spChg chg="mod">
          <ac:chgData name="Dominika Gulyásová" userId="53ae8ad87f28fb73" providerId="LiveId" clId="{FAEF0C15-EDF9-4E46-856B-8F05A35967BF}" dt="2021-12-06T14:48:05.162" v="1613" actId="14100"/>
          <ac:spMkLst>
            <pc:docMk/>
            <pc:sldMk cId="3503248152" sldId="287"/>
            <ac:spMk id="2" creationId="{D5828CF1-C360-4EC7-99FE-2D72EF6AD4E7}"/>
          </ac:spMkLst>
        </pc:spChg>
        <pc:spChg chg="add mod">
          <ac:chgData name="Dominika Gulyásová" userId="53ae8ad87f28fb73" providerId="LiveId" clId="{FAEF0C15-EDF9-4E46-856B-8F05A35967BF}" dt="2021-12-06T15:32:04.110" v="2110" actId="1076"/>
          <ac:spMkLst>
            <pc:docMk/>
            <pc:sldMk cId="3503248152" sldId="287"/>
            <ac:spMk id="3" creationId="{611278AA-7949-4D71-A82C-3381A601CEF2}"/>
          </ac:spMkLst>
        </pc:spChg>
        <pc:spChg chg="add mod">
          <ac:chgData name="Dominika Gulyásová" userId="53ae8ad87f28fb73" providerId="LiveId" clId="{FAEF0C15-EDF9-4E46-856B-8F05A35967BF}" dt="2021-12-06T15:12:29.214" v="1978" actId="20577"/>
          <ac:spMkLst>
            <pc:docMk/>
            <pc:sldMk cId="3503248152" sldId="287"/>
            <ac:spMk id="4" creationId="{3DDC2F5D-6057-400C-B26A-1B27FE009094}"/>
          </ac:spMkLst>
        </pc:spChg>
        <pc:spChg chg="add mod">
          <ac:chgData name="Dominika Gulyásová" userId="53ae8ad87f28fb73" providerId="LiveId" clId="{FAEF0C15-EDF9-4E46-856B-8F05A35967BF}" dt="2021-12-06T15:31:57.765" v="2108" actId="1076"/>
          <ac:spMkLst>
            <pc:docMk/>
            <pc:sldMk cId="3503248152" sldId="287"/>
            <ac:spMk id="5" creationId="{5FD187FA-F240-4B2E-B386-B36391909BED}"/>
          </ac:spMkLst>
        </pc:spChg>
        <pc:spChg chg="add mod">
          <ac:chgData name="Dominika Gulyásová" userId="53ae8ad87f28fb73" providerId="LiveId" clId="{FAEF0C15-EDF9-4E46-856B-8F05A35967BF}" dt="2021-12-06T15:32:17.882" v="2113" actId="1076"/>
          <ac:spMkLst>
            <pc:docMk/>
            <pc:sldMk cId="3503248152" sldId="287"/>
            <ac:spMk id="6" creationId="{C82774BA-7171-42C4-97E9-7E537FBF50BC}"/>
          </ac:spMkLst>
        </pc:spChg>
        <pc:spChg chg="add mod">
          <ac:chgData name="Dominika Gulyásová" userId="53ae8ad87f28fb73" providerId="LiveId" clId="{FAEF0C15-EDF9-4E46-856B-8F05A35967BF}" dt="2021-12-06T15:31:54.833" v="2107" actId="1076"/>
          <ac:spMkLst>
            <pc:docMk/>
            <pc:sldMk cId="3503248152" sldId="287"/>
            <ac:spMk id="7" creationId="{8ACD7C9C-EA3B-4CB4-ADBF-845278596349}"/>
          </ac:spMkLst>
        </pc:spChg>
        <pc:spChg chg="add mod">
          <ac:chgData name="Dominika Gulyásová" userId="53ae8ad87f28fb73" providerId="LiveId" clId="{FAEF0C15-EDF9-4E46-856B-8F05A35967BF}" dt="2021-12-06T15:32:01.113" v="2109" actId="1076"/>
          <ac:spMkLst>
            <pc:docMk/>
            <pc:sldMk cId="3503248152" sldId="287"/>
            <ac:spMk id="8" creationId="{5DCA0B51-04D5-406B-969E-00DCF018984C}"/>
          </ac:spMkLst>
        </pc:spChg>
        <pc:spChg chg="add mod">
          <ac:chgData name="Dominika Gulyásová" userId="53ae8ad87f28fb73" providerId="LiveId" clId="{FAEF0C15-EDF9-4E46-856B-8F05A35967BF}" dt="2021-12-06T15:32:22.917" v="2115" actId="1076"/>
          <ac:spMkLst>
            <pc:docMk/>
            <pc:sldMk cId="3503248152" sldId="287"/>
            <ac:spMk id="9" creationId="{B460BB85-1F44-461B-BBDE-BBA234484D73}"/>
          </ac:spMkLst>
        </pc:spChg>
        <pc:spChg chg="add mod">
          <ac:chgData name="Dominika Gulyásová" userId="53ae8ad87f28fb73" providerId="LiveId" clId="{FAEF0C15-EDF9-4E46-856B-8F05A35967BF}" dt="2021-12-06T15:33:44.680" v="2151" actId="1076"/>
          <ac:spMkLst>
            <pc:docMk/>
            <pc:sldMk cId="3503248152" sldId="287"/>
            <ac:spMk id="10" creationId="{E4194A08-6E17-415F-BCE0-E01F378BAC85}"/>
          </ac:spMkLst>
        </pc:spChg>
        <pc:spChg chg="add mod">
          <ac:chgData name="Dominika Gulyásová" userId="53ae8ad87f28fb73" providerId="LiveId" clId="{FAEF0C15-EDF9-4E46-856B-8F05A35967BF}" dt="2021-12-06T15:33:39.922" v="2150" actId="1076"/>
          <ac:spMkLst>
            <pc:docMk/>
            <pc:sldMk cId="3503248152" sldId="287"/>
            <ac:spMk id="12" creationId="{0C4FABF4-04E5-470F-9189-0E151C8AFD03}"/>
          </ac:spMkLst>
        </pc:spChg>
        <pc:graphicFrameChg chg="del">
          <ac:chgData name="Dominika Gulyásová" userId="53ae8ad87f28fb73" providerId="LiveId" clId="{FAEF0C15-EDF9-4E46-856B-8F05A35967BF}" dt="2021-12-06T14:47:17.273" v="1533" actId="478"/>
          <ac:graphicFrameMkLst>
            <pc:docMk/>
            <pc:sldMk cId="3503248152" sldId="287"/>
            <ac:graphicFrameMk id="23" creationId="{80BB203C-7027-4E37-9E4C-AED2C22028B7}"/>
          </ac:graphicFrameMkLst>
        </pc:graphicFrameChg>
      </pc:sldChg>
      <pc:sldChg chg="addSp delSp modSp add mod delAnim modAnim">
        <pc:chgData name="Dominika Gulyásová" userId="53ae8ad87f28fb73" providerId="LiveId" clId="{FAEF0C15-EDF9-4E46-856B-8F05A35967BF}" dt="2021-12-06T16:03:58.134" v="2846"/>
        <pc:sldMkLst>
          <pc:docMk/>
          <pc:sldMk cId="2969276344" sldId="288"/>
        </pc:sldMkLst>
        <pc:spChg chg="del">
          <ac:chgData name="Dominika Gulyásová" userId="53ae8ad87f28fb73" providerId="LiveId" clId="{FAEF0C15-EDF9-4E46-856B-8F05A35967BF}" dt="2021-12-06T15:02:23.090" v="1725" actId="478"/>
          <ac:spMkLst>
            <pc:docMk/>
            <pc:sldMk cId="2969276344" sldId="288"/>
            <ac:spMk id="3" creationId="{6E0A62F7-027B-4D2A-9664-5809513C100F}"/>
          </ac:spMkLst>
        </pc:spChg>
        <pc:spChg chg="mod">
          <ac:chgData name="Dominika Gulyásová" userId="53ae8ad87f28fb73" providerId="LiveId" clId="{FAEF0C15-EDF9-4E46-856B-8F05A35967BF}" dt="2021-12-06T15:08:34.412" v="1868" actId="1076"/>
          <ac:spMkLst>
            <pc:docMk/>
            <pc:sldMk cId="2969276344" sldId="288"/>
            <ac:spMk id="4" creationId="{E2B126AB-A6AB-48D8-ACD9-430845F61FCB}"/>
          </ac:spMkLst>
        </pc:spChg>
        <pc:spChg chg="del">
          <ac:chgData name="Dominika Gulyásová" userId="53ae8ad87f28fb73" providerId="LiveId" clId="{FAEF0C15-EDF9-4E46-856B-8F05A35967BF}" dt="2021-12-06T15:02:25.412" v="1726" actId="478"/>
          <ac:spMkLst>
            <pc:docMk/>
            <pc:sldMk cId="2969276344" sldId="288"/>
            <ac:spMk id="5" creationId="{6020711E-3E59-438F-A30C-4560FBAABA6B}"/>
          </ac:spMkLst>
        </pc:spChg>
        <pc:spChg chg="mod">
          <ac:chgData name="Dominika Gulyásová" userId="53ae8ad87f28fb73" providerId="LiveId" clId="{FAEF0C15-EDF9-4E46-856B-8F05A35967BF}" dt="2021-12-06T15:08:25.263" v="1866" actId="1076"/>
          <ac:spMkLst>
            <pc:docMk/>
            <pc:sldMk cId="2969276344" sldId="288"/>
            <ac:spMk id="6" creationId="{3F203123-9BFA-4EDA-84FA-0470EF6C77A9}"/>
          </ac:spMkLst>
        </pc:spChg>
        <pc:spChg chg="mod">
          <ac:chgData name="Dominika Gulyásová" userId="53ae8ad87f28fb73" providerId="LiveId" clId="{FAEF0C15-EDF9-4E46-856B-8F05A35967BF}" dt="2021-12-06T15:08:29.406" v="1867" actId="1076"/>
          <ac:spMkLst>
            <pc:docMk/>
            <pc:sldMk cId="2969276344" sldId="288"/>
            <ac:spMk id="8" creationId="{B146D54D-DFCC-4926-95C2-4B0B6692CE8E}"/>
          </ac:spMkLst>
        </pc:spChg>
        <pc:spChg chg="mod">
          <ac:chgData name="Dominika Gulyásová" userId="53ae8ad87f28fb73" providerId="LiveId" clId="{FAEF0C15-EDF9-4E46-856B-8F05A35967BF}" dt="2021-12-06T15:06:12.501" v="1849" actId="1076"/>
          <ac:spMkLst>
            <pc:docMk/>
            <pc:sldMk cId="2969276344" sldId="288"/>
            <ac:spMk id="9" creationId="{A5AC51CB-9292-4F90-A2BF-BD86FC333E95}"/>
          </ac:spMkLst>
        </pc:spChg>
        <pc:spChg chg="mod">
          <ac:chgData name="Dominika Gulyásová" userId="53ae8ad87f28fb73" providerId="LiveId" clId="{FAEF0C15-EDF9-4E46-856B-8F05A35967BF}" dt="2021-12-06T15:06:43.380" v="1850" actId="1076"/>
          <ac:spMkLst>
            <pc:docMk/>
            <pc:sldMk cId="2969276344" sldId="288"/>
            <ac:spMk id="10" creationId="{C19FA8B8-0918-479A-A447-114EAD50B953}"/>
          </ac:spMkLst>
        </pc:spChg>
        <pc:spChg chg="mod">
          <ac:chgData name="Dominika Gulyásová" userId="53ae8ad87f28fb73" providerId="LiveId" clId="{FAEF0C15-EDF9-4E46-856B-8F05A35967BF}" dt="2021-12-06T15:06:04.702" v="1847" actId="1076"/>
          <ac:spMkLst>
            <pc:docMk/>
            <pc:sldMk cId="2969276344" sldId="288"/>
            <ac:spMk id="11" creationId="{536A60DB-A3B5-45B4-8E47-80F2F905B384}"/>
          </ac:spMkLst>
        </pc:spChg>
        <pc:spChg chg="mod">
          <ac:chgData name="Dominika Gulyásová" userId="53ae8ad87f28fb73" providerId="LiveId" clId="{FAEF0C15-EDF9-4E46-856B-8F05A35967BF}" dt="2021-12-06T15:04:27.002" v="1810" actId="1076"/>
          <ac:spMkLst>
            <pc:docMk/>
            <pc:sldMk cId="2969276344" sldId="288"/>
            <ac:spMk id="12" creationId="{9221F888-9B80-4BEA-ABD6-C9C82F985549}"/>
          </ac:spMkLst>
        </pc:spChg>
        <pc:spChg chg="mod">
          <ac:chgData name="Dominika Gulyásová" userId="53ae8ad87f28fb73" providerId="LiveId" clId="{FAEF0C15-EDF9-4E46-856B-8F05A35967BF}" dt="2021-12-06T15:06:49.323" v="1851" actId="1076"/>
          <ac:spMkLst>
            <pc:docMk/>
            <pc:sldMk cId="2969276344" sldId="288"/>
            <ac:spMk id="13" creationId="{9D228F89-96C1-4296-A385-188E4B40708A}"/>
          </ac:spMkLst>
        </pc:spChg>
        <pc:spChg chg="del">
          <ac:chgData name="Dominika Gulyásová" userId="53ae8ad87f28fb73" providerId="LiveId" clId="{FAEF0C15-EDF9-4E46-856B-8F05A35967BF}" dt="2021-12-06T15:02:13.582" v="1721" actId="478"/>
          <ac:spMkLst>
            <pc:docMk/>
            <pc:sldMk cId="2969276344" sldId="288"/>
            <ac:spMk id="14" creationId="{8DBD9EF5-A806-461A-B122-A173A76CD8A6}"/>
          </ac:spMkLst>
        </pc:spChg>
        <pc:spChg chg="del">
          <ac:chgData name="Dominika Gulyásová" userId="53ae8ad87f28fb73" providerId="LiveId" clId="{FAEF0C15-EDF9-4E46-856B-8F05A35967BF}" dt="2021-12-06T15:02:16.789" v="1722" actId="478"/>
          <ac:spMkLst>
            <pc:docMk/>
            <pc:sldMk cId="2969276344" sldId="288"/>
            <ac:spMk id="15" creationId="{CC1281BB-DAB3-4283-835B-5317DED120FB}"/>
          </ac:spMkLst>
        </pc:spChg>
        <pc:spChg chg="del mod">
          <ac:chgData name="Dominika Gulyásová" userId="53ae8ad87f28fb73" providerId="LiveId" clId="{FAEF0C15-EDF9-4E46-856B-8F05A35967BF}" dt="2021-12-06T15:02:19.345" v="1724" actId="478"/>
          <ac:spMkLst>
            <pc:docMk/>
            <pc:sldMk cId="2969276344" sldId="288"/>
            <ac:spMk id="16" creationId="{6CA05A81-D578-44AB-924E-366DC09438F2}"/>
          </ac:spMkLst>
        </pc:spChg>
        <pc:spChg chg="del">
          <ac:chgData name="Dominika Gulyásová" userId="53ae8ad87f28fb73" providerId="LiveId" clId="{FAEF0C15-EDF9-4E46-856B-8F05A35967BF}" dt="2021-12-06T15:02:07.952" v="1719" actId="478"/>
          <ac:spMkLst>
            <pc:docMk/>
            <pc:sldMk cId="2969276344" sldId="288"/>
            <ac:spMk id="17" creationId="{7FFAB237-A779-4309-8902-024F3BDF1B8E}"/>
          </ac:spMkLst>
        </pc:spChg>
        <pc:spChg chg="del">
          <ac:chgData name="Dominika Gulyásová" userId="53ae8ad87f28fb73" providerId="LiveId" clId="{FAEF0C15-EDF9-4E46-856B-8F05A35967BF}" dt="2021-12-06T15:02:06.086" v="1718" actId="478"/>
          <ac:spMkLst>
            <pc:docMk/>
            <pc:sldMk cId="2969276344" sldId="288"/>
            <ac:spMk id="18" creationId="{8F478082-2AFA-4CFA-B4CC-AE74F8465CEF}"/>
          </ac:spMkLst>
        </pc:spChg>
        <pc:spChg chg="del">
          <ac:chgData name="Dominika Gulyásová" userId="53ae8ad87f28fb73" providerId="LiveId" clId="{FAEF0C15-EDF9-4E46-856B-8F05A35967BF}" dt="2021-12-06T15:02:10.693" v="1720" actId="478"/>
          <ac:spMkLst>
            <pc:docMk/>
            <pc:sldMk cId="2969276344" sldId="288"/>
            <ac:spMk id="19" creationId="{08399BF5-48FD-4B9A-9537-CCA86C632DC4}"/>
          </ac:spMkLst>
        </pc:spChg>
        <pc:spChg chg="mod">
          <ac:chgData name="Dominika Gulyásová" userId="53ae8ad87f28fb73" providerId="LiveId" clId="{FAEF0C15-EDF9-4E46-856B-8F05A35967BF}" dt="2021-12-06T15:01:44.187" v="1712" actId="1076"/>
          <ac:spMkLst>
            <pc:docMk/>
            <pc:sldMk cId="2969276344" sldId="288"/>
            <ac:spMk id="20" creationId="{F96D26DB-DBED-4431-B303-C6866D730B13}"/>
          </ac:spMkLst>
        </pc:spChg>
        <pc:spChg chg="add del mod">
          <ac:chgData name="Dominika Gulyásová" userId="53ae8ad87f28fb73" providerId="LiveId" clId="{FAEF0C15-EDF9-4E46-856B-8F05A35967BF}" dt="2021-12-06T15:02:27.208" v="1728" actId="478"/>
          <ac:spMkLst>
            <pc:docMk/>
            <pc:sldMk cId="2969276344" sldId="288"/>
            <ac:spMk id="22" creationId="{715D5B3F-4E7E-4450-A94E-008C3EA06DED}"/>
          </ac:spMkLst>
        </pc:spChg>
        <pc:picChg chg="del">
          <ac:chgData name="Dominika Gulyásová" userId="53ae8ad87f28fb73" providerId="LiveId" clId="{FAEF0C15-EDF9-4E46-856B-8F05A35967BF}" dt="2021-12-06T15:01:52.896" v="1714" actId="478"/>
          <ac:picMkLst>
            <pc:docMk/>
            <pc:sldMk cId="2969276344" sldId="288"/>
            <ac:picMk id="7" creationId="{65C4134F-2E1F-4956-A59B-A9A1700ADDFD}"/>
          </ac:picMkLst>
        </pc:picChg>
        <pc:picChg chg="add mod">
          <ac:chgData name="Dominika Gulyásová" userId="53ae8ad87f28fb73" providerId="LiveId" clId="{FAEF0C15-EDF9-4E46-856B-8F05A35967BF}" dt="2021-12-06T15:02:00.423" v="1717" actId="1076"/>
          <ac:picMkLst>
            <pc:docMk/>
            <pc:sldMk cId="2969276344" sldId="288"/>
            <ac:picMk id="21" creationId="{117AEDF8-97C7-438A-9DA4-2248C01B519B}"/>
          </ac:picMkLst>
        </pc:picChg>
      </pc:sldChg>
      <pc:sldChg chg="addSp delSp modSp add mod modAnim">
        <pc:chgData name="Dominika Gulyásová" userId="53ae8ad87f28fb73" providerId="LiveId" clId="{FAEF0C15-EDF9-4E46-856B-8F05A35967BF}" dt="2021-12-06T16:05:45.823" v="2869"/>
        <pc:sldMkLst>
          <pc:docMk/>
          <pc:sldMk cId="1879608495" sldId="289"/>
        </pc:sldMkLst>
        <pc:spChg chg="mod">
          <ac:chgData name="Dominika Gulyásová" userId="53ae8ad87f28fb73" providerId="LiveId" clId="{FAEF0C15-EDF9-4E46-856B-8F05A35967BF}" dt="2021-12-06T15:51:19.386" v="2415" actId="1076"/>
          <ac:spMkLst>
            <pc:docMk/>
            <pc:sldMk cId="1879608495" sldId="289"/>
            <ac:spMk id="2" creationId="{D5828CF1-C360-4EC7-99FE-2D72EF6AD4E7}"/>
          </ac:spMkLst>
        </pc:spChg>
        <pc:spChg chg="del">
          <ac:chgData name="Dominika Gulyásová" userId="53ae8ad87f28fb73" providerId="LiveId" clId="{FAEF0C15-EDF9-4E46-856B-8F05A35967BF}" dt="2021-12-06T15:37:20.437" v="2244" actId="478"/>
          <ac:spMkLst>
            <pc:docMk/>
            <pc:sldMk cId="1879608495" sldId="289"/>
            <ac:spMk id="3" creationId="{611278AA-7949-4D71-A82C-3381A601CEF2}"/>
          </ac:spMkLst>
        </pc:spChg>
        <pc:spChg chg="del mod">
          <ac:chgData name="Dominika Gulyásová" userId="53ae8ad87f28fb73" providerId="LiveId" clId="{FAEF0C15-EDF9-4E46-856B-8F05A35967BF}" dt="2021-12-06T15:37:10.578" v="2240" actId="478"/>
          <ac:spMkLst>
            <pc:docMk/>
            <pc:sldMk cId="1879608495" sldId="289"/>
            <ac:spMk id="4" creationId="{3DDC2F5D-6057-400C-B26A-1B27FE009094}"/>
          </ac:spMkLst>
        </pc:spChg>
        <pc:spChg chg="del">
          <ac:chgData name="Dominika Gulyásová" userId="53ae8ad87f28fb73" providerId="LiveId" clId="{FAEF0C15-EDF9-4E46-856B-8F05A35967BF}" dt="2021-12-06T15:37:15.087" v="2242" actId="478"/>
          <ac:spMkLst>
            <pc:docMk/>
            <pc:sldMk cId="1879608495" sldId="289"/>
            <ac:spMk id="5" creationId="{5FD187FA-F240-4B2E-B386-B36391909BED}"/>
          </ac:spMkLst>
        </pc:spChg>
        <pc:spChg chg="del">
          <ac:chgData name="Dominika Gulyásová" userId="53ae8ad87f28fb73" providerId="LiveId" clId="{FAEF0C15-EDF9-4E46-856B-8F05A35967BF}" dt="2021-12-06T15:37:27.725" v="2247" actId="478"/>
          <ac:spMkLst>
            <pc:docMk/>
            <pc:sldMk cId="1879608495" sldId="289"/>
            <ac:spMk id="6" creationId="{C82774BA-7171-42C4-97E9-7E537FBF50BC}"/>
          </ac:spMkLst>
        </pc:spChg>
        <pc:spChg chg="del">
          <ac:chgData name="Dominika Gulyásová" userId="53ae8ad87f28fb73" providerId="LiveId" clId="{FAEF0C15-EDF9-4E46-856B-8F05A35967BF}" dt="2021-12-06T15:37:17.164" v="2243" actId="478"/>
          <ac:spMkLst>
            <pc:docMk/>
            <pc:sldMk cId="1879608495" sldId="289"/>
            <ac:spMk id="7" creationId="{8ACD7C9C-EA3B-4CB4-ADBF-845278596349}"/>
          </ac:spMkLst>
        </pc:spChg>
        <pc:spChg chg="del">
          <ac:chgData name="Dominika Gulyásová" userId="53ae8ad87f28fb73" providerId="LiveId" clId="{FAEF0C15-EDF9-4E46-856B-8F05A35967BF}" dt="2021-12-06T15:37:23.645" v="2245" actId="478"/>
          <ac:spMkLst>
            <pc:docMk/>
            <pc:sldMk cId="1879608495" sldId="289"/>
            <ac:spMk id="8" creationId="{5DCA0B51-04D5-406B-969E-00DCF018984C}"/>
          </ac:spMkLst>
        </pc:spChg>
        <pc:spChg chg="del">
          <ac:chgData name="Dominika Gulyásová" userId="53ae8ad87f28fb73" providerId="LiveId" clId="{FAEF0C15-EDF9-4E46-856B-8F05A35967BF}" dt="2021-12-06T15:37:30.814" v="2248" actId="478"/>
          <ac:spMkLst>
            <pc:docMk/>
            <pc:sldMk cId="1879608495" sldId="289"/>
            <ac:spMk id="9" creationId="{B460BB85-1F44-461B-BBDE-BBA234484D73}"/>
          </ac:spMkLst>
        </pc:spChg>
        <pc:spChg chg="del">
          <ac:chgData name="Dominika Gulyásová" userId="53ae8ad87f28fb73" providerId="LiveId" clId="{FAEF0C15-EDF9-4E46-856B-8F05A35967BF}" dt="2021-12-06T15:37:13.128" v="2241" actId="478"/>
          <ac:spMkLst>
            <pc:docMk/>
            <pc:sldMk cId="1879608495" sldId="289"/>
            <ac:spMk id="10" creationId="{E4194A08-6E17-415F-BCE0-E01F378BAC85}"/>
          </ac:spMkLst>
        </pc:spChg>
        <pc:spChg chg="del">
          <ac:chgData name="Dominika Gulyásová" userId="53ae8ad87f28fb73" providerId="LiveId" clId="{FAEF0C15-EDF9-4E46-856B-8F05A35967BF}" dt="2021-12-06T15:37:25.772" v="2246" actId="478"/>
          <ac:spMkLst>
            <pc:docMk/>
            <pc:sldMk cId="1879608495" sldId="289"/>
            <ac:spMk id="12" creationId="{0C4FABF4-04E5-470F-9189-0E151C8AFD03}"/>
          </ac:spMkLst>
        </pc:spChg>
        <pc:spChg chg="add del mod">
          <ac:chgData name="Dominika Gulyásová" userId="53ae8ad87f28fb73" providerId="LiveId" clId="{FAEF0C15-EDF9-4E46-856B-8F05A35967BF}" dt="2021-12-06T15:41:57.977" v="2251" actId="478"/>
          <ac:spMkLst>
            <pc:docMk/>
            <pc:sldMk cId="1879608495" sldId="289"/>
            <ac:spMk id="13" creationId="{FC6D3B4A-BA98-4EA4-84F0-E6C8CD1FF65F}"/>
          </ac:spMkLst>
        </pc:spChg>
        <pc:spChg chg="add mod">
          <ac:chgData name="Dominika Gulyásová" userId="53ae8ad87f28fb73" providerId="LiveId" clId="{FAEF0C15-EDF9-4E46-856B-8F05A35967BF}" dt="2021-12-06T15:52:30.121" v="2440" actId="20577"/>
          <ac:spMkLst>
            <pc:docMk/>
            <pc:sldMk cId="1879608495" sldId="289"/>
            <ac:spMk id="15" creationId="{EAEE311E-A21E-4AC7-B915-14E75C2EF837}"/>
          </ac:spMkLst>
        </pc:spChg>
        <pc:spChg chg="add del mod">
          <ac:chgData name="Dominika Gulyásová" userId="53ae8ad87f28fb73" providerId="LiveId" clId="{FAEF0C15-EDF9-4E46-856B-8F05A35967BF}" dt="2021-12-06T15:48:27.480" v="2330" actId="478"/>
          <ac:spMkLst>
            <pc:docMk/>
            <pc:sldMk cId="1879608495" sldId="289"/>
            <ac:spMk id="17" creationId="{E4EB76E5-A70F-43F2-81D9-EF36036C35BD}"/>
          </ac:spMkLst>
        </pc:spChg>
        <pc:spChg chg="add mod">
          <ac:chgData name="Dominika Gulyásová" userId="53ae8ad87f28fb73" providerId="LiveId" clId="{FAEF0C15-EDF9-4E46-856B-8F05A35967BF}" dt="2021-12-06T15:50:37.213" v="2407" actId="1076"/>
          <ac:spMkLst>
            <pc:docMk/>
            <pc:sldMk cId="1879608495" sldId="289"/>
            <ac:spMk id="18" creationId="{0B608C4F-A0F6-4A86-BA5A-6786A0735355}"/>
          </ac:spMkLst>
        </pc:spChg>
        <pc:spChg chg="add mod">
          <ac:chgData name="Dominika Gulyásová" userId="53ae8ad87f28fb73" providerId="LiveId" clId="{FAEF0C15-EDF9-4E46-856B-8F05A35967BF}" dt="2021-12-06T15:51:06.227" v="2412" actId="1076"/>
          <ac:spMkLst>
            <pc:docMk/>
            <pc:sldMk cId="1879608495" sldId="289"/>
            <ac:spMk id="19" creationId="{F0EFA325-BE93-4EA3-B91A-C94099668E07}"/>
          </ac:spMkLst>
        </pc:spChg>
        <pc:spChg chg="add mod">
          <ac:chgData name="Dominika Gulyásová" userId="53ae8ad87f28fb73" providerId="LiveId" clId="{FAEF0C15-EDF9-4E46-856B-8F05A35967BF}" dt="2021-12-06T15:51:16.688" v="2414" actId="1076"/>
          <ac:spMkLst>
            <pc:docMk/>
            <pc:sldMk cId="1879608495" sldId="289"/>
            <ac:spMk id="20" creationId="{76E62FB0-5CA7-4695-BB2A-6690C8D68CC6}"/>
          </ac:spMkLst>
        </pc:spChg>
        <pc:spChg chg="add mod">
          <ac:chgData name="Dominika Gulyásová" userId="53ae8ad87f28fb73" providerId="LiveId" clId="{FAEF0C15-EDF9-4E46-856B-8F05A35967BF}" dt="2021-12-06T15:51:40.505" v="2421" actId="1076"/>
          <ac:spMkLst>
            <pc:docMk/>
            <pc:sldMk cId="1879608495" sldId="289"/>
            <ac:spMk id="21" creationId="{0D4E8A0E-5B50-4EB6-A3D9-3CA00EFD90A8}"/>
          </ac:spMkLst>
        </pc:spChg>
        <pc:spChg chg="add mod">
          <ac:chgData name="Dominika Gulyásová" userId="53ae8ad87f28fb73" providerId="LiveId" clId="{FAEF0C15-EDF9-4E46-856B-8F05A35967BF}" dt="2021-12-06T15:51:54.021" v="2426" actId="1076"/>
          <ac:spMkLst>
            <pc:docMk/>
            <pc:sldMk cId="1879608495" sldId="289"/>
            <ac:spMk id="22" creationId="{29C4A631-6DA8-4AF3-B681-377B0121C534}"/>
          </ac:spMkLst>
        </pc:spChg>
        <pc:spChg chg="add mod">
          <ac:chgData name="Dominika Gulyásová" userId="53ae8ad87f28fb73" providerId="LiveId" clId="{FAEF0C15-EDF9-4E46-856B-8F05A35967BF}" dt="2021-12-06T15:52:09.942" v="2432" actId="1076"/>
          <ac:spMkLst>
            <pc:docMk/>
            <pc:sldMk cId="1879608495" sldId="289"/>
            <ac:spMk id="23" creationId="{25B85DC3-6E5B-4E33-8000-6C26BD944C79}"/>
          </ac:spMkLst>
        </pc:spChg>
        <pc:spChg chg="add mod">
          <ac:chgData name="Dominika Gulyásová" userId="53ae8ad87f28fb73" providerId="LiveId" clId="{FAEF0C15-EDF9-4E46-856B-8F05A35967BF}" dt="2021-12-06T15:52:39.305" v="2441" actId="1076"/>
          <ac:spMkLst>
            <pc:docMk/>
            <pc:sldMk cId="1879608495" sldId="289"/>
            <ac:spMk id="24" creationId="{714E6ACF-38F3-4F34-8718-25F66DA27D96}"/>
          </ac:spMkLst>
        </pc:spChg>
        <pc:spChg chg="add mod">
          <ac:chgData name="Dominika Gulyásová" userId="53ae8ad87f28fb73" providerId="LiveId" clId="{FAEF0C15-EDF9-4E46-856B-8F05A35967BF}" dt="2021-12-06T15:52:53.202" v="2446" actId="1076"/>
          <ac:spMkLst>
            <pc:docMk/>
            <pc:sldMk cId="1879608495" sldId="289"/>
            <ac:spMk id="25" creationId="{8A7B65F8-27F6-49CF-8B47-1BF058CB418A}"/>
          </ac:spMkLst>
        </pc:spChg>
        <pc:spChg chg="add mod">
          <ac:chgData name="Dominika Gulyásová" userId="53ae8ad87f28fb73" providerId="LiveId" clId="{FAEF0C15-EDF9-4E46-856B-8F05A35967BF}" dt="2021-12-06T15:53:03.134" v="2448" actId="1076"/>
          <ac:spMkLst>
            <pc:docMk/>
            <pc:sldMk cId="1879608495" sldId="289"/>
            <ac:spMk id="26" creationId="{C7AF0426-C312-4DD5-BAF4-0570EEB177EA}"/>
          </ac:spMkLst>
        </pc:spChg>
      </pc:sldChg>
      <pc:sldChg chg="addSp delSp modSp add mod modAnim">
        <pc:chgData name="Dominika Gulyásová" userId="53ae8ad87f28fb73" providerId="LiveId" clId="{FAEF0C15-EDF9-4E46-856B-8F05A35967BF}" dt="2021-12-06T16:06:33.319" v="2880"/>
        <pc:sldMkLst>
          <pc:docMk/>
          <pc:sldMk cId="3104287505" sldId="290"/>
        </pc:sldMkLst>
        <pc:spChg chg="add mod">
          <ac:chgData name="Dominika Gulyásová" userId="53ae8ad87f28fb73" providerId="LiveId" clId="{FAEF0C15-EDF9-4E46-856B-8F05A35967BF}" dt="2021-12-06T15:53:13.691" v="2450" actId="1076"/>
          <ac:spMkLst>
            <pc:docMk/>
            <pc:sldMk cId="3104287505" sldId="290"/>
            <ac:spMk id="5" creationId="{A0F103EE-975E-4636-99A6-7DDE91DFDA5B}"/>
          </ac:spMkLst>
        </pc:spChg>
        <pc:spChg chg="add mod">
          <ac:chgData name="Dominika Gulyásová" userId="53ae8ad87f28fb73" providerId="LiveId" clId="{FAEF0C15-EDF9-4E46-856B-8F05A35967BF}" dt="2021-12-06T15:53:21.305" v="2452" actId="1076"/>
          <ac:spMkLst>
            <pc:docMk/>
            <pc:sldMk cId="3104287505" sldId="290"/>
            <ac:spMk id="6" creationId="{8990C9CB-A027-43A1-888B-9AC28B4515DD}"/>
          </ac:spMkLst>
        </pc:spChg>
        <pc:spChg chg="add mod">
          <ac:chgData name="Dominika Gulyásová" userId="53ae8ad87f28fb73" providerId="LiveId" clId="{FAEF0C15-EDF9-4E46-856B-8F05A35967BF}" dt="2021-12-06T15:53:29.857" v="2454" actId="1076"/>
          <ac:spMkLst>
            <pc:docMk/>
            <pc:sldMk cId="3104287505" sldId="290"/>
            <ac:spMk id="7" creationId="{EB937C41-F391-4BBD-9516-09111D9F72F0}"/>
          </ac:spMkLst>
        </pc:spChg>
        <pc:spChg chg="add mod">
          <ac:chgData name="Dominika Gulyásová" userId="53ae8ad87f28fb73" providerId="LiveId" clId="{FAEF0C15-EDF9-4E46-856B-8F05A35967BF}" dt="2021-12-06T15:53:40.902" v="2458" actId="1076"/>
          <ac:spMkLst>
            <pc:docMk/>
            <pc:sldMk cId="3104287505" sldId="290"/>
            <ac:spMk id="8" creationId="{04068B19-679D-4EF5-8C9C-69C570C002E9}"/>
          </ac:spMkLst>
        </pc:spChg>
        <pc:spChg chg="add mod">
          <ac:chgData name="Dominika Gulyásová" userId="53ae8ad87f28fb73" providerId="LiveId" clId="{FAEF0C15-EDF9-4E46-856B-8F05A35967BF}" dt="2021-12-06T15:53:52.175" v="2460" actId="1076"/>
          <ac:spMkLst>
            <pc:docMk/>
            <pc:sldMk cId="3104287505" sldId="290"/>
            <ac:spMk id="9" creationId="{2D09903A-EEC5-41F1-8DC6-7C4C6AF425A5}"/>
          </ac:spMkLst>
        </pc:spChg>
        <pc:spChg chg="add mod">
          <ac:chgData name="Dominika Gulyásová" userId="53ae8ad87f28fb73" providerId="LiveId" clId="{FAEF0C15-EDF9-4E46-856B-8F05A35967BF}" dt="2021-12-06T15:54:07.346" v="2465" actId="1076"/>
          <ac:spMkLst>
            <pc:docMk/>
            <pc:sldMk cId="3104287505" sldId="290"/>
            <ac:spMk id="10" creationId="{93ABED44-BD54-43DD-A0F3-02B692F39B52}"/>
          </ac:spMkLst>
        </pc:spChg>
        <pc:spChg chg="add mod">
          <ac:chgData name="Dominika Gulyásová" userId="53ae8ad87f28fb73" providerId="LiveId" clId="{FAEF0C15-EDF9-4E46-856B-8F05A35967BF}" dt="2021-12-06T15:54:20.732" v="2470" actId="1076"/>
          <ac:spMkLst>
            <pc:docMk/>
            <pc:sldMk cId="3104287505" sldId="290"/>
            <ac:spMk id="11" creationId="{A441F956-532A-43B8-B939-BED13BCB0FFD}"/>
          </ac:spMkLst>
        </pc:spChg>
        <pc:spChg chg="add mod">
          <ac:chgData name="Dominika Gulyásová" userId="53ae8ad87f28fb73" providerId="LiveId" clId="{FAEF0C15-EDF9-4E46-856B-8F05A35967BF}" dt="2021-12-06T15:54:32.964" v="2475" actId="1076"/>
          <ac:spMkLst>
            <pc:docMk/>
            <pc:sldMk cId="3104287505" sldId="290"/>
            <ac:spMk id="12" creationId="{79168783-23B5-4D5F-A902-EFA8607E9B72}"/>
          </ac:spMkLst>
        </pc:spChg>
        <pc:spChg chg="add mod">
          <ac:chgData name="Dominika Gulyásová" userId="53ae8ad87f28fb73" providerId="LiveId" clId="{FAEF0C15-EDF9-4E46-856B-8F05A35967BF}" dt="2021-12-06T15:54:41.512" v="2479" actId="1076"/>
          <ac:spMkLst>
            <pc:docMk/>
            <pc:sldMk cId="3104287505" sldId="290"/>
            <ac:spMk id="13" creationId="{B90CEEFE-BBAB-4DE0-A542-B9533FE9CC59}"/>
          </ac:spMkLst>
        </pc:spChg>
        <pc:spChg chg="del">
          <ac:chgData name="Dominika Gulyásová" userId="53ae8ad87f28fb73" providerId="LiveId" clId="{FAEF0C15-EDF9-4E46-856B-8F05A35967BF}" dt="2021-12-06T15:48:23.303" v="2329" actId="478"/>
          <ac:spMkLst>
            <pc:docMk/>
            <pc:sldMk cId="3104287505" sldId="290"/>
            <ac:spMk id="15" creationId="{EAEE311E-A21E-4AC7-B915-14E75C2EF837}"/>
          </ac:spMkLst>
        </pc:spChg>
        <pc:spChg chg="mod">
          <ac:chgData name="Dominika Gulyásová" userId="53ae8ad87f28fb73" providerId="LiveId" clId="{FAEF0C15-EDF9-4E46-856B-8F05A35967BF}" dt="2021-12-06T16:05:53.358" v="2870" actId="1076"/>
          <ac:spMkLst>
            <pc:docMk/>
            <pc:sldMk cId="3104287505" sldId="290"/>
            <ac:spMk id="17" creationId="{E4EB76E5-A70F-43F2-81D9-EF36036C35BD}"/>
          </ac:spMkLst>
        </pc:spChg>
      </pc:sldChg>
      <pc:sldChg chg="addSp modSp new mod modAnim">
        <pc:chgData name="Dominika Gulyásová" userId="53ae8ad87f28fb73" providerId="LiveId" clId="{FAEF0C15-EDF9-4E46-856B-8F05A35967BF}" dt="2021-12-06T16:07:32.428" v="2894"/>
        <pc:sldMkLst>
          <pc:docMk/>
          <pc:sldMk cId="836404997" sldId="291"/>
        </pc:sldMkLst>
        <pc:spChg chg="mod">
          <ac:chgData name="Dominika Gulyásová" userId="53ae8ad87f28fb73" providerId="LiveId" clId="{FAEF0C15-EDF9-4E46-856B-8F05A35967BF}" dt="2021-12-06T15:55:41.920" v="2536" actId="20577"/>
          <ac:spMkLst>
            <pc:docMk/>
            <pc:sldMk cId="836404997" sldId="291"/>
            <ac:spMk id="2" creationId="{B4E4FDA0-7878-4EBF-ABFF-B50C6951C20B}"/>
          </ac:spMkLst>
        </pc:spChg>
        <pc:spChg chg="mod">
          <ac:chgData name="Dominika Gulyásová" userId="53ae8ad87f28fb73" providerId="LiveId" clId="{FAEF0C15-EDF9-4E46-856B-8F05A35967BF}" dt="2021-12-06T15:58:35.421" v="2705" actId="14100"/>
          <ac:spMkLst>
            <pc:docMk/>
            <pc:sldMk cId="836404997" sldId="291"/>
            <ac:spMk id="3" creationId="{57A89331-C49A-4B9E-A3BC-90B0DF783AA6}"/>
          </ac:spMkLst>
        </pc:spChg>
        <pc:spChg chg="add mod">
          <ac:chgData name="Dominika Gulyásová" userId="53ae8ad87f28fb73" providerId="LiveId" clId="{FAEF0C15-EDF9-4E46-856B-8F05A35967BF}" dt="2021-12-06T16:00:21.725" v="2767" actId="207"/>
          <ac:spMkLst>
            <pc:docMk/>
            <pc:sldMk cId="836404997" sldId="291"/>
            <ac:spMk id="4" creationId="{E4F96AF9-DEC5-4B88-BFE9-820E9396613D}"/>
          </ac:spMkLst>
        </pc:spChg>
        <pc:spChg chg="add mod">
          <ac:chgData name="Dominika Gulyásová" userId="53ae8ad87f28fb73" providerId="LiveId" clId="{FAEF0C15-EDF9-4E46-856B-8F05A35967BF}" dt="2021-12-06T16:00:49.386" v="2785" actId="20577"/>
          <ac:spMkLst>
            <pc:docMk/>
            <pc:sldMk cId="836404997" sldId="291"/>
            <ac:spMk id="5" creationId="{AC7AE9E2-BD7F-4573-8CD1-7DC6756F922C}"/>
          </ac:spMkLst>
        </pc:spChg>
        <pc:spChg chg="add mod">
          <ac:chgData name="Dominika Gulyásová" userId="53ae8ad87f28fb73" providerId="LiveId" clId="{FAEF0C15-EDF9-4E46-856B-8F05A35967BF}" dt="2021-12-06T16:01:13.021" v="2794" actId="1076"/>
          <ac:spMkLst>
            <pc:docMk/>
            <pc:sldMk cId="836404997" sldId="291"/>
            <ac:spMk id="6" creationId="{830F33F0-38ED-4D1A-BA9D-FD2CDFA780B4}"/>
          </ac:spMkLst>
        </pc:spChg>
        <pc:spChg chg="add mod">
          <ac:chgData name="Dominika Gulyásová" userId="53ae8ad87f28fb73" providerId="LiveId" clId="{FAEF0C15-EDF9-4E46-856B-8F05A35967BF}" dt="2021-12-06T16:01:38.826" v="2813" actId="14100"/>
          <ac:spMkLst>
            <pc:docMk/>
            <pc:sldMk cId="836404997" sldId="291"/>
            <ac:spMk id="7" creationId="{4BD777CD-60A1-443F-A62E-899BCF16FC9D}"/>
          </ac:spMkLst>
        </pc:spChg>
        <pc:spChg chg="add mod">
          <ac:chgData name="Dominika Gulyásová" userId="53ae8ad87f28fb73" providerId="LiveId" clId="{FAEF0C15-EDF9-4E46-856B-8F05A35967BF}" dt="2021-12-06T16:01:46.389" v="2815" actId="1076"/>
          <ac:spMkLst>
            <pc:docMk/>
            <pc:sldMk cId="836404997" sldId="291"/>
            <ac:spMk id="8" creationId="{D90A72E6-CE84-48DF-92AD-43095B02A0C9}"/>
          </ac:spMkLst>
        </pc:spChg>
        <pc:spChg chg="add mod">
          <ac:chgData name="Dominika Gulyásová" userId="53ae8ad87f28fb73" providerId="LiveId" clId="{FAEF0C15-EDF9-4E46-856B-8F05A35967BF}" dt="2021-12-06T16:02:21.473" v="2828" actId="14100"/>
          <ac:spMkLst>
            <pc:docMk/>
            <pc:sldMk cId="836404997" sldId="291"/>
            <ac:spMk id="9" creationId="{36B5759F-3CAC-4ED5-B75A-92506234394B}"/>
          </ac:spMkLst>
        </pc:spChg>
        <pc:spChg chg="add mod">
          <ac:chgData name="Dominika Gulyásová" userId="53ae8ad87f28fb73" providerId="LiveId" clId="{FAEF0C15-EDF9-4E46-856B-8F05A35967BF}" dt="2021-12-06T16:02:44.263" v="2840" actId="1076"/>
          <ac:spMkLst>
            <pc:docMk/>
            <pc:sldMk cId="836404997" sldId="291"/>
            <ac:spMk id="10" creationId="{A0BEF523-3F11-4FEE-BFAC-1E052642BF0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á snímk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smtClean="0"/>
              <a:pPr/>
              <a:t>9/28/26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31589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9/28/26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50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Hlavička sekc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smtClean="0"/>
              <a:pPr/>
              <a:t>9/28/26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650460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9/28/26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7390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9/28/26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6374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9/28/26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186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9/28/26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483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smtClean="0"/>
              <a:t>9/28/26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567624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smtClean="0"/>
              <a:t>9/28/26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929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9/28/26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09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9/28/26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849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smtClean="0"/>
              <a:pPr/>
              <a:t>9/28/26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11178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hyperlink" Target="https://pixabay.com/en/bodybuilding-man-body-male-fitness-311351/" TargetMode="External"/><Relationship Id="rId7" Type="http://schemas.openxmlformats.org/officeDocument/2006/relationships/hyperlink" Target="https://pixabay.com/en/oak-tree-summer-branches-leaves-309878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://www.pngall.com/spider-man-png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www.maxpixel.net/Machine-Illustrator-Vector-Art-Robot-Graphic-Design-4721273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hyperlink" Target="https://pixabay.com/en/bodybuilding-man-body-male-fitness-311351/" TargetMode="External"/><Relationship Id="rId7" Type="http://schemas.openxmlformats.org/officeDocument/2006/relationships/hyperlink" Target="https://pixabay.com/en/oak-tree-summer-branches-leaves-309878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://www.pngall.com/spider-man-png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www.maxpixel.net/Machine-Illustrator-Vector-Art-Robot-Graphic-Design-4721273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bodybuilding-man-body-male-fitness-311351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bodybuilding-man-body-male-fitness-311351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bodybuilding-man-body-male-fitness-311351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ngimg.com/download/38819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ngimg.com/download/38819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ngall.com/spider-man-p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ngall.com/spider-man-p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ngall.com/spider-man-p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illustrations/judge-football-red-card-referee-3556460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illustrations/judge-football-red-card-referee-3556460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oak-tree-summer-branches-leaves-309878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oak-tree-summer-branches-leaves-309878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oak-tree-summer-branches-leaves-309878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oak-tree-summer-branches-leaves-309878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xpixel.net/Machine-Illustrator-Vector-Art-Robot-Graphic-Design-4721273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xpixel.net/Machine-Illustrator-Vector-Art-Robot-Graphic-Design-4721273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xpixel.net/Machine-Illustrator-Vector-Art-Robot-Graphic-Design-4721273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xpixel.net/Machine-Illustrator-Vector-Art-Robot-Graphic-Design-4721273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3124EFD-A7C3-471B-9226-A2D210F4A7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49" y="1220308"/>
            <a:ext cx="10177741" cy="4194972"/>
          </a:xfrm>
        </p:spPr>
        <p:txBody>
          <a:bodyPr/>
          <a:lstStyle/>
          <a:p>
            <a:r>
              <a:rPr lang="sk-SK" dirty="0"/>
              <a:t>Podstatné mená mužského rodu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E762047-82D7-42B1-8CC3-AF3EE98F35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769741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3800E5-271D-409F-B404-57CFED5D0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opakovanie</a:t>
            </a:r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00BF4B27-5A50-4FF6-9049-360590DEDCFF}"/>
              </a:ext>
            </a:extLst>
          </p:cNvPr>
          <p:cNvSpPr txBox="1"/>
          <p:nvPr/>
        </p:nvSpPr>
        <p:spPr>
          <a:xfrm>
            <a:off x="1158240" y="1382075"/>
            <a:ext cx="10586720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sk-SK" sz="2800" dirty="0"/>
              <a:t>Čo sú podstatné mená?</a:t>
            </a:r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5149CD21-8838-4A8E-B2BB-325F868F2DB4}"/>
              </a:ext>
            </a:extLst>
          </p:cNvPr>
          <p:cNvSpPr txBox="1"/>
          <p:nvPr/>
        </p:nvSpPr>
        <p:spPr>
          <a:xfrm>
            <a:off x="5730240" y="1443630"/>
            <a:ext cx="670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000" b="1" dirty="0">
                <a:solidFill>
                  <a:srgbClr val="FF0000"/>
                </a:solidFill>
              </a:rPr>
              <a:t>Pomenúvajú osoby, zvieratá, veci, javy, vlastnosti...</a:t>
            </a: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250C4DBC-33D7-4D33-9842-EE35C8200432}"/>
              </a:ext>
            </a:extLst>
          </p:cNvPr>
          <p:cNvSpPr txBox="1"/>
          <p:nvPr/>
        </p:nvSpPr>
        <p:spPr>
          <a:xfrm>
            <a:off x="1158240" y="2113595"/>
            <a:ext cx="10586720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sk-SK" sz="2800" dirty="0"/>
              <a:t>Aké </a:t>
            </a:r>
            <a:r>
              <a:rPr lang="sk-SK" sz="2800" b="1" dirty="0"/>
              <a:t>rody</a:t>
            </a:r>
            <a:r>
              <a:rPr lang="sk-SK" sz="2800" dirty="0"/>
              <a:t> podstatných mien poznáme?</a:t>
            </a:r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5846A997-38CB-43CF-BD4B-B173A47BA4B9}"/>
              </a:ext>
            </a:extLst>
          </p:cNvPr>
          <p:cNvSpPr txBox="1"/>
          <p:nvPr/>
        </p:nvSpPr>
        <p:spPr>
          <a:xfrm>
            <a:off x="7040880" y="2175150"/>
            <a:ext cx="375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000" b="1" dirty="0">
                <a:solidFill>
                  <a:srgbClr val="FF0000"/>
                </a:solidFill>
              </a:rPr>
              <a:t>ženský, </a:t>
            </a:r>
            <a:r>
              <a:rPr lang="sk-SK" sz="2000" b="1" dirty="0">
                <a:solidFill>
                  <a:schemeClr val="accent2"/>
                </a:solidFill>
              </a:rPr>
              <a:t>mužský</a:t>
            </a:r>
            <a:r>
              <a:rPr lang="sk-SK" sz="2000" b="1" dirty="0">
                <a:solidFill>
                  <a:srgbClr val="FF0000"/>
                </a:solidFill>
              </a:rPr>
              <a:t> a </a:t>
            </a:r>
            <a:r>
              <a:rPr lang="sk-SK" sz="2000" b="1" dirty="0">
                <a:solidFill>
                  <a:srgbClr val="00B050"/>
                </a:solidFill>
              </a:rPr>
              <a:t>stredný</a:t>
            </a:r>
            <a:r>
              <a:rPr lang="sk-SK" sz="2000" b="1" dirty="0">
                <a:solidFill>
                  <a:srgbClr val="FF0000"/>
                </a:solidFill>
              </a:rPr>
              <a:t> rod</a:t>
            </a: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EE1C9E98-794A-498F-8443-7F53744B70B5}"/>
              </a:ext>
            </a:extLst>
          </p:cNvPr>
          <p:cNvSpPr txBox="1"/>
          <p:nvPr/>
        </p:nvSpPr>
        <p:spPr>
          <a:xfrm>
            <a:off x="1158240" y="2905780"/>
            <a:ext cx="10586720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sk-SK" sz="2800" dirty="0"/>
              <a:t>Aké </a:t>
            </a:r>
            <a:r>
              <a:rPr lang="sk-SK" sz="2800" b="1" dirty="0"/>
              <a:t>číslo</a:t>
            </a:r>
            <a:r>
              <a:rPr lang="sk-SK" sz="2800" dirty="0"/>
              <a:t> podstatných mien poznáme?</a:t>
            </a:r>
          </a:p>
        </p:txBody>
      </p:sp>
      <p:sp>
        <p:nvSpPr>
          <p:cNvPr id="11" name="BlokTextu 10">
            <a:extLst>
              <a:ext uri="{FF2B5EF4-FFF2-40B4-BE49-F238E27FC236}">
                <a16:creationId xmlns:a16="http://schemas.microsoft.com/office/drawing/2014/main" id="{19DA58F1-7836-472E-92B9-C11D73E1D1A4}"/>
              </a:ext>
            </a:extLst>
          </p:cNvPr>
          <p:cNvSpPr txBox="1"/>
          <p:nvPr/>
        </p:nvSpPr>
        <p:spPr>
          <a:xfrm>
            <a:off x="7040880" y="2942824"/>
            <a:ext cx="3322320" cy="409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000" b="1" dirty="0">
                <a:solidFill>
                  <a:srgbClr val="FF0000"/>
                </a:solidFill>
              </a:rPr>
              <a:t>Jednotné a množné číslo.</a:t>
            </a:r>
          </a:p>
        </p:txBody>
      </p:sp>
      <p:sp>
        <p:nvSpPr>
          <p:cNvPr id="12" name="BlokTextu 11">
            <a:extLst>
              <a:ext uri="{FF2B5EF4-FFF2-40B4-BE49-F238E27FC236}">
                <a16:creationId xmlns:a16="http://schemas.microsoft.com/office/drawing/2014/main" id="{31D61F7D-D52F-4136-BE2E-973C8EB7A751}"/>
              </a:ext>
            </a:extLst>
          </p:cNvPr>
          <p:cNvSpPr txBox="1"/>
          <p:nvPr/>
        </p:nvSpPr>
        <p:spPr>
          <a:xfrm>
            <a:off x="1158240" y="3697965"/>
            <a:ext cx="10586720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sk-SK" sz="2800" dirty="0"/>
              <a:t>Aké </a:t>
            </a:r>
            <a:r>
              <a:rPr lang="sk-SK" sz="2800" b="1" dirty="0"/>
              <a:t>pády </a:t>
            </a:r>
            <a:r>
              <a:rPr lang="sk-SK" sz="2800" dirty="0"/>
              <a:t>podstatných mien určujeme?</a:t>
            </a:r>
          </a:p>
        </p:txBody>
      </p:sp>
      <p:sp>
        <p:nvSpPr>
          <p:cNvPr id="13" name="BlokTextu 12">
            <a:extLst>
              <a:ext uri="{FF2B5EF4-FFF2-40B4-BE49-F238E27FC236}">
                <a16:creationId xmlns:a16="http://schemas.microsoft.com/office/drawing/2014/main" id="{7DB8D0E6-984F-457E-96B0-9BC123BF1D99}"/>
              </a:ext>
            </a:extLst>
          </p:cNvPr>
          <p:cNvSpPr txBox="1"/>
          <p:nvPr/>
        </p:nvSpPr>
        <p:spPr>
          <a:xfrm>
            <a:off x="7264400" y="3697965"/>
            <a:ext cx="1930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000" b="1" dirty="0">
                <a:solidFill>
                  <a:srgbClr val="FF0000"/>
                </a:solidFill>
              </a:rPr>
              <a:t>Nominatív</a:t>
            </a:r>
          </a:p>
          <a:p>
            <a:r>
              <a:rPr lang="sk-SK" sz="2000" b="1" dirty="0">
                <a:solidFill>
                  <a:srgbClr val="FF0000"/>
                </a:solidFill>
              </a:rPr>
              <a:t>Genitív</a:t>
            </a:r>
          </a:p>
          <a:p>
            <a:r>
              <a:rPr lang="sk-SK" sz="2000" b="1" dirty="0">
                <a:solidFill>
                  <a:srgbClr val="FF0000"/>
                </a:solidFill>
              </a:rPr>
              <a:t>Datív</a:t>
            </a:r>
          </a:p>
          <a:p>
            <a:r>
              <a:rPr lang="sk-SK" sz="2000" b="1" dirty="0">
                <a:solidFill>
                  <a:srgbClr val="FF0000"/>
                </a:solidFill>
              </a:rPr>
              <a:t>Akuzatív</a:t>
            </a:r>
          </a:p>
          <a:p>
            <a:r>
              <a:rPr lang="sk-SK" sz="2000" b="1" dirty="0">
                <a:solidFill>
                  <a:srgbClr val="FF0000"/>
                </a:solidFill>
              </a:rPr>
              <a:t>Lokál</a:t>
            </a:r>
          </a:p>
          <a:p>
            <a:r>
              <a:rPr lang="sk-SK" sz="2000" b="1" dirty="0">
                <a:solidFill>
                  <a:srgbClr val="FF0000"/>
                </a:solidFill>
              </a:rPr>
              <a:t>inštrumentál</a:t>
            </a:r>
          </a:p>
        </p:txBody>
      </p:sp>
    </p:spTree>
    <p:extLst>
      <p:ext uri="{BB962C8B-B14F-4D97-AF65-F5344CB8AC3E}">
        <p14:creationId xmlns:p14="http://schemas.microsoft.com/office/powerpoint/2010/main" val="2392333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10" grpId="0" animBg="1"/>
      <p:bldP spid="11" grpId="0"/>
      <p:bldP spid="12" grpId="0" animBg="1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DFC8752-063C-40CD-927C-3E48DC2FC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1998" y="386081"/>
            <a:ext cx="10178322" cy="640079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sk-SK" sz="3200" dirty="0">
                <a:solidFill>
                  <a:schemeClr val="tx1"/>
                </a:solidFill>
              </a:rPr>
              <a:t>Podstatné mená </a:t>
            </a:r>
            <a:r>
              <a:rPr lang="sk-SK" sz="3200" b="1" dirty="0">
                <a:solidFill>
                  <a:srgbClr val="0070C0"/>
                </a:solidFill>
              </a:rPr>
              <a:t>mužského rodu </a:t>
            </a:r>
            <a:r>
              <a:rPr lang="sk-SK" sz="3200" dirty="0">
                <a:solidFill>
                  <a:schemeClr val="tx1"/>
                </a:solidFill>
              </a:rPr>
              <a:t>vieme rozdeliť do 4 skupín.</a:t>
            </a:r>
          </a:p>
        </p:txBody>
      </p:sp>
      <p:sp>
        <p:nvSpPr>
          <p:cNvPr id="4" name="Obdĺžnik: zaoblené rohy 3">
            <a:extLst>
              <a:ext uri="{FF2B5EF4-FFF2-40B4-BE49-F238E27FC236}">
                <a16:creationId xmlns:a16="http://schemas.microsoft.com/office/drawing/2014/main" id="{643EA721-AFE3-485A-A706-BD23DBFBD836}"/>
              </a:ext>
            </a:extLst>
          </p:cNvPr>
          <p:cNvSpPr/>
          <p:nvPr/>
        </p:nvSpPr>
        <p:spPr>
          <a:xfrm>
            <a:off x="1000760" y="2814319"/>
            <a:ext cx="2672080" cy="36576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5" name="Obdĺžnik: zaoblené rohy 4">
            <a:extLst>
              <a:ext uri="{FF2B5EF4-FFF2-40B4-BE49-F238E27FC236}">
                <a16:creationId xmlns:a16="http://schemas.microsoft.com/office/drawing/2014/main" id="{AEC01FA8-C673-4C8E-81CD-4953B8DF0108}"/>
              </a:ext>
            </a:extLst>
          </p:cNvPr>
          <p:cNvSpPr/>
          <p:nvPr/>
        </p:nvSpPr>
        <p:spPr>
          <a:xfrm>
            <a:off x="3789680" y="2814319"/>
            <a:ext cx="2672080" cy="36576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6" name="Obdĺžnik: zaoblené rohy 5">
            <a:extLst>
              <a:ext uri="{FF2B5EF4-FFF2-40B4-BE49-F238E27FC236}">
                <a16:creationId xmlns:a16="http://schemas.microsoft.com/office/drawing/2014/main" id="{52D8141B-E913-4BCA-AA74-6BCD4588395C}"/>
              </a:ext>
            </a:extLst>
          </p:cNvPr>
          <p:cNvSpPr/>
          <p:nvPr/>
        </p:nvSpPr>
        <p:spPr>
          <a:xfrm>
            <a:off x="6553200" y="2814319"/>
            <a:ext cx="2672080" cy="36576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7" name="Obdĺžnik: zaoblené rohy 6">
            <a:extLst>
              <a:ext uri="{FF2B5EF4-FFF2-40B4-BE49-F238E27FC236}">
                <a16:creationId xmlns:a16="http://schemas.microsoft.com/office/drawing/2014/main" id="{2A5103DC-3213-492E-BD74-E73329DABACD}"/>
              </a:ext>
            </a:extLst>
          </p:cNvPr>
          <p:cNvSpPr/>
          <p:nvPr/>
        </p:nvSpPr>
        <p:spPr>
          <a:xfrm>
            <a:off x="9316720" y="2814319"/>
            <a:ext cx="2672080" cy="36576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8" name="Zástupný objekt pre obsah 2">
            <a:extLst>
              <a:ext uri="{FF2B5EF4-FFF2-40B4-BE49-F238E27FC236}">
                <a16:creationId xmlns:a16="http://schemas.microsoft.com/office/drawing/2014/main" id="{F3C31FE4-2E18-46F9-B453-5A9A92FB04A0}"/>
              </a:ext>
            </a:extLst>
          </p:cNvPr>
          <p:cNvSpPr txBox="1">
            <a:spLocks/>
          </p:cNvSpPr>
          <p:nvPr/>
        </p:nvSpPr>
        <p:spPr>
          <a:xfrm>
            <a:off x="1177561" y="989459"/>
            <a:ext cx="10178322" cy="640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sk-SK" sz="3200" dirty="0">
                <a:solidFill>
                  <a:schemeClr val="tx1"/>
                </a:solidFill>
              </a:rPr>
              <a:t>Každej skupine velí jeden </a:t>
            </a:r>
            <a:r>
              <a:rPr lang="sk-SK" sz="3200" dirty="0">
                <a:solidFill>
                  <a:srgbClr val="FF0000"/>
                </a:solidFill>
              </a:rPr>
              <a:t>ŠÉF.</a:t>
            </a:r>
          </a:p>
        </p:txBody>
      </p:sp>
      <p:pic>
        <p:nvPicPr>
          <p:cNvPr id="10" name="Obrázok 9">
            <a:extLst>
              <a:ext uri="{FF2B5EF4-FFF2-40B4-BE49-F238E27FC236}">
                <a16:creationId xmlns:a16="http://schemas.microsoft.com/office/drawing/2014/main" id="{F0D35DC6-6B4D-4613-B903-3CCAF8C22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282158" y="1925002"/>
            <a:ext cx="2259528" cy="15039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Obrázok 11">
            <a:extLst>
              <a:ext uri="{FF2B5EF4-FFF2-40B4-BE49-F238E27FC236}">
                <a16:creationId xmlns:a16="http://schemas.microsoft.com/office/drawing/2014/main" id="{821629BF-9CAE-4BFD-AB0F-6BF11383FA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119756" y="1804578"/>
            <a:ext cx="1599974" cy="1744846"/>
          </a:xfrm>
          <a:prstGeom prst="rect">
            <a:avLst/>
          </a:prstGeom>
        </p:spPr>
      </p:pic>
      <p:pic>
        <p:nvPicPr>
          <p:cNvPr id="15" name="Obrázok 14">
            <a:extLst>
              <a:ext uri="{FF2B5EF4-FFF2-40B4-BE49-F238E27FC236}">
                <a16:creationId xmlns:a16="http://schemas.microsoft.com/office/drawing/2014/main" id="{B18AD6D1-C69F-44E8-9DFF-9745713084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6766560" y="1682376"/>
            <a:ext cx="2245360" cy="1989249"/>
          </a:xfrm>
          <a:prstGeom prst="rect">
            <a:avLst/>
          </a:prstGeom>
        </p:spPr>
      </p:pic>
      <p:pic>
        <p:nvPicPr>
          <p:cNvPr id="17" name="Obrázok 16">
            <a:extLst>
              <a:ext uri="{FF2B5EF4-FFF2-40B4-BE49-F238E27FC236}">
                <a16:creationId xmlns:a16="http://schemas.microsoft.com/office/drawing/2014/main" id="{84DE052C-F2E8-4E3A-A44C-15EBA173D3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9850120" y="1383471"/>
            <a:ext cx="1553481" cy="23311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8" name="BlokTextu 17">
            <a:extLst>
              <a:ext uri="{FF2B5EF4-FFF2-40B4-BE49-F238E27FC236}">
                <a16:creationId xmlns:a16="http://schemas.microsoft.com/office/drawing/2014/main" id="{6D0F8E56-32B4-4AD6-B07B-6E66667F9D89}"/>
              </a:ext>
            </a:extLst>
          </p:cNvPr>
          <p:cNvSpPr txBox="1"/>
          <p:nvPr/>
        </p:nvSpPr>
        <p:spPr>
          <a:xfrm>
            <a:off x="1370601" y="3819572"/>
            <a:ext cx="1788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3200" b="1" dirty="0"/>
              <a:t>CHLAP</a:t>
            </a:r>
          </a:p>
        </p:txBody>
      </p:sp>
      <p:sp>
        <p:nvSpPr>
          <p:cNvPr id="19" name="BlokTextu 18">
            <a:extLst>
              <a:ext uri="{FF2B5EF4-FFF2-40B4-BE49-F238E27FC236}">
                <a16:creationId xmlns:a16="http://schemas.microsoft.com/office/drawing/2014/main" id="{A418CF26-DFF3-404E-8B0D-3622BCBB9ADD}"/>
              </a:ext>
            </a:extLst>
          </p:cNvPr>
          <p:cNvSpPr txBox="1"/>
          <p:nvPr/>
        </p:nvSpPr>
        <p:spPr>
          <a:xfrm>
            <a:off x="3951241" y="3819572"/>
            <a:ext cx="2147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3200" b="1" dirty="0"/>
              <a:t>HRDINA</a:t>
            </a:r>
          </a:p>
        </p:txBody>
      </p:sp>
      <p:sp>
        <p:nvSpPr>
          <p:cNvPr id="20" name="BlokTextu 19">
            <a:extLst>
              <a:ext uri="{FF2B5EF4-FFF2-40B4-BE49-F238E27FC236}">
                <a16:creationId xmlns:a16="http://schemas.microsoft.com/office/drawing/2014/main" id="{EB874A70-647B-49E8-8D43-60091F3611AC}"/>
              </a:ext>
            </a:extLst>
          </p:cNvPr>
          <p:cNvSpPr txBox="1"/>
          <p:nvPr/>
        </p:nvSpPr>
        <p:spPr>
          <a:xfrm>
            <a:off x="7040880" y="3819571"/>
            <a:ext cx="1788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3200" b="1" dirty="0"/>
              <a:t>DUB</a:t>
            </a:r>
          </a:p>
        </p:txBody>
      </p:sp>
      <p:sp>
        <p:nvSpPr>
          <p:cNvPr id="21" name="BlokTextu 20">
            <a:extLst>
              <a:ext uri="{FF2B5EF4-FFF2-40B4-BE49-F238E27FC236}">
                <a16:creationId xmlns:a16="http://schemas.microsoft.com/office/drawing/2014/main" id="{992BB07E-34C7-486D-85E5-16023DFD44BD}"/>
              </a:ext>
            </a:extLst>
          </p:cNvPr>
          <p:cNvSpPr txBox="1"/>
          <p:nvPr/>
        </p:nvSpPr>
        <p:spPr>
          <a:xfrm>
            <a:off x="9758680" y="3870370"/>
            <a:ext cx="1788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3200" b="1" dirty="0"/>
              <a:t>STROJ</a:t>
            </a:r>
          </a:p>
        </p:txBody>
      </p:sp>
      <p:sp>
        <p:nvSpPr>
          <p:cNvPr id="22" name="Zástupný objekt pre obsah 2">
            <a:extLst>
              <a:ext uri="{FF2B5EF4-FFF2-40B4-BE49-F238E27FC236}">
                <a16:creationId xmlns:a16="http://schemas.microsoft.com/office/drawing/2014/main" id="{F128F641-716F-4A57-9BE6-CE48ED3D702A}"/>
              </a:ext>
            </a:extLst>
          </p:cNvPr>
          <p:cNvSpPr txBox="1">
            <a:spLocks/>
          </p:cNvSpPr>
          <p:nvPr/>
        </p:nvSpPr>
        <p:spPr>
          <a:xfrm>
            <a:off x="1370601" y="4619648"/>
            <a:ext cx="4896121" cy="168149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sk-SK" sz="3200" dirty="0">
                <a:solidFill>
                  <a:schemeClr val="bg1"/>
                </a:solidFill>
              </a:rPr>
              <a:t>Niektoré označujú </a:t>
            </a:r>
            <a:r>
              <a:rPr lang="sk-SK" sz="3200" u="sng" dirty="0">
                <a:solidFill>
                  <a:schemeClr val="bg1"/>
                </a:solidFill>
              </a:rPr>
              <a:t>živú osobu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sk-SK" sz="3200" dirty="0">
                <a:solidFill>
                  <a:srgbClr val="FFFF00"/>
                </a:solidFill>
              </a:rPr>
              <a:t>ŽIVOTNÉ</a:t>
            </a:r>
          </a:p>
        </p:txBody>
      </p:sp>
      <p:sp>
        <p:nvSpPr>
          <p:cNvPr id="23" name="Zástupný objekt pre obsah 2">
            <a:extLst>
              <a:ext uri="{FF2B5EF4-FFF2-40B4-BE49-F238E27FC236}">
                <a16:creationId xmlns:a16="http://schemas.microsoft.com/office/drawing/2014/main" id="{2696C235-D7C2-4FCC-80CF-5E7CFF78A2C8}"/>
              </a:ext>
            </a:extLst>
          </p:cNvPr>
          <p:cNvSpPr txBox="1">
            <a:spLocks/>
          </p:cNvSpPr>
          <p:nvPr/>
        </p:nvSpPr>
        <p:spPr>
          <a:xfrm>
            <a:off x="6822940" y="4619648"/>
            <a:ext cx="4896121" cy="168149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sk-SK" sz="3200" dirty="0">
                <a:solidFill>
                  <a:schemeClr val="bg1"/>
                </a:solidFill>
              </a:rPr>
              <a:t>Iné označujú </a:t>
            </a:r>
            <a:r>
              <a:rPr lang="sk-SK" sz="3200" u="sng" dirty="0">
                <a:solidFill>
                  <a:schemeClr val="bg1"/>
                </a:solidFill>
              </a:rPr>
              <a:t>neživú vec </a:t>
            </a:r>
            <a:r>
              <a:rPr lang="sk-SK" sz="3200" dirty="0">
                <a:solidFill>
                  <a:schemeClr val="bg1"/>
                </a:solidFill>
              </a:rPr>
              <a:t>alebo </a:t>
            </a:r>
            <a:r>
              <a:rPr lang="sk-SK" sz="3200" u="sng" dirty="0">
                <a:solidFill>
                  <a:schemeClr val="bg1"/>
                </a:solidFill>
              </a:rPr>
              <a:t>živočícha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sk-SK" sz="3200" dirty="0">
                <a:solidFill>
                  <a:srgbClr val="FFFF00"/>
                </a:solidFill>
              </a:rPr>
              <a:t>NEŽIVOTNÉ</a:t>
            </a:r>
          </a:p>
        </p:txBody>
      </p:sp>
    </p:spTree>
    <p:extLst>
      <p:ext uri="{BB962C8B-B14F-4D97-AF65-F5344CB8AC3E}">
        <p14:creationId xmlns:p14="http://schemas.microsoft.com/office/powerpoint/2010/main" val="1572917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  <p:bldP spid="8" grpId="0"/>
      <p:bldP spid="18" grpId="0"/>
      <p:bldP spid="19" grpId="0"/>
      <p:bldP spid="20" grpId="0"/>
      <p:bldP spid="21" grpId="0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DFC8752-063C-40CD-927C-3E48DC2FC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5279" y="90286"/>
            <a:ext cx="10178322" cy="640079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sk-SK" sz="3200" dirty="0">
                <a:solidFill>
                  <a:schemeClr val="tx1"/>
                </a:solidFill>
              </a:rPr>
              <a:t>Títo </a:t>
            </a:r>
            <a:r>
              <a:rPr lang="sk-SK" sz="3200" b="1" dirty="0">
                <a:solidFill>
                  <a:srgbClr val="FF0000"/>
                </a:solidFill>
              </a:rPr>
              <a:t>ŠÉFOVIA</a:t>
            </a:r>
            <a:r>
              <a:rPr lang="sk-SK" sz="3200" dirty="0">
                <a:solidFill>
                  <a:schemeClr val="tx1"/>
                </a:solidFill>
              </a:rPr>
              <a:t> sú pre ostatné mužské podstatné mená </a:t>
            </a:r>
            <a:r>
              <a:rPr lang="sk-SK" sz="3200" b="1" dirty="0">
                <a:solidFill>
                  <a:srgbClr val="FF0000"/>
                </a:solidFill>
              </a:rPr>
              <a:t>vzory.</a:t>
            </a:r>
          </a:p>
        </p:txBody>
      </p:sp>
      <p:sp>
        <p:nvSpPr>
          <p:cNvPr id="4" name="Obdĺžnik: zaoblené rohy 3">
            <a:extLst>
              <a:ext uri="{FF2B5EF4-FFF2-40B4-BE49-F238E27FC236}">
                <a16:creationId xmlns:a16="http://schemas.microsoft.com/office/drawing/2014/main" id="{643EA721-AFE3-485A-A706-BD23DBFBD836}"/>
              </a:ext>
            </a:extLst>
          </p:cNvPr>
          <p:cNvSpPr/>
          <p:nvPr/>
        </p:nvSpPr>
        <p:spPr>
          <a:xfrm>
            <a:off x="1000760" y="2814319"/>
            <a:ext cx="2672080" cy="36576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5" name="Obdĺžnik: zaoblené rohy 4">
            <a:extLst>
              <a:ext uri="{FF2B5EF4-FFF2-40B4-BE49-F238E27FC236}">
                <a16:creationId xmlns:a16="http://schemas.microsoft.com/office/drawing/2014/main" id="{AEC01FA8-C673-4C8E-81CD-4953B8DF0108}"/>
              </a:ext>
            </a:extLst>
          </p:cNvPr>
          <p:cNvSpPr/>
          <p:nvPr/>
        </p:nvSpPr>
        <p:spPr>
          <a:xfrm>
            <a:off x="3789680" y="2814319"/>
            <a:ext cx="2672080" cy="36576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6" name="Obdĺžnik: zaoblené rohy 5">
            <a:extLst>
              <a:ext uri="{FF2B5EF4-FFF2-40B4-BE49-F238E27FC236}">
                <a16:creationId xmlns:a16="http://schemas.microsoft.com/office/drawing/2014/main" id="{52D8141B-E913-4BCA-AA74-6BCD4588395C}"/>
              </a:ext>
            </a:extLst>
          </p:cNvPr>
          <p:cNvSpPr/>
          <p:nvPr/>
        </p:nvSpPr>
        <p:spPr>
          <a:xfrm>
            <a:off x="6553200" y="2814319"/>
            <a:ext cx="2672080" cy="36576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7" name="Obdĺžnik: zaoblené rohy 6">
            <a:extLst>
              <a:ext uri="{FF2B5EF4-FFF2-40B4-BE49-F238E27FC236}">
                <a16:creationId xmlns:a16="http://schemas.microsoft.com/office/drawing/2014/main" id="{2A5103DC-3213-492E-BD74-E73329DABACD}"/>
              </a:ext>
            </a:extLst>
          </p:cNvPr>
          <p:cNvSpPr/>
          <p:nvPr/>
        </p:nvSpPr>
        <p:spPr>
          <a:xfrm>
            <a:off x="9316720" y="2814319"/>
            <a:ext cx="2672080" cy="36576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10" name="Obrázok 9">
            <a:extLst>
              <a:ext uri="{FF2B5EF4-FFF2-40B4-BE49-F238E27FC236}">
                <a16:creationId xmlns:a16="http://schemas.microsoft.com/office/drawing/2014/main" id="{F0D35DC6-6B4D-4613-B903-3CCAF8C22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282158" y="1925002"/>
            <a:ext cx="2259528" cy="15039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Obrázok 11">
            <a:extLst>
              <a:ext uri="{FF2B5EF4-FFF2-40B4-BE49-F238E27FC236}">
                <a16:creationId xmlns:a16="http://schemas.microsoft.com/office/drawing/2014/main" id="{821629BF-9CAE-4BFD-AB0F-6BF11383FA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119756" y="1751998"/>
            <a:ext cx="1599974" cy="1744846"/>
          </a:xfrm>
          <a:prstGeom prst="rect">
            <a:avLst/>
          </a:prstGeom>
        </p:spPr>
      </p:pic>
      <p:pic>
        <p:nvPicPr>
          <p:cNvPr id="15" name="Obrázok 14">
            <a:extLst>
              <a:ext uri="{FF2B5EF4-FFF2-40B4-BE49-F238E27FC236}">
                <a16:creationId xmlns:a16="http://schemas.microsoft.com/office/drawing/2014/main" id="{B18AD6D1-C69F-44E8-9DFF-9745713084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6766560" y="1682376"/>
            <a:ext cx="2245360" cy="1989249"/>
          </a:xfrm>
          <a:prstGeom prst="rect">
            <a:avLst/>
          </a:prstGeom>
        </p:spPr>
      </p:pic>
      <p:pic>
        <p:nvPicPr>
          <p:cNvPr id="17" name="Obrázok 16">
            <a:extLst>
              <a:ext uri="{FF2B5EF4-FFF2-40B4-BE49-F238E27FC236}">
                <a16:creationId xmlns:a16="http://schemas.microsoft.com/office/drawing/2014/main" id="{84DE052C-F2E8-4E3A-A44C-15EBA173D3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9850120" y="1383471"/>
            <a:ext cx="1553481" cy="23311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8" name="BlokTextu 17">
            <a:extLst>
              <a:ext uri="{FF2B5EF4-FFF2-40B4-BE49-F238E27FC236}">
                <a16:creationId xmlns:a16="http://schemas.microsoft.com/office/drawing/2014/main" id="{6D0F8E56-32B4-4AD6-B07B-6E66667F9D89}"/>
              </a:ext>
            </a:extLst>
          </p:cNvPr>
          <p:cNvSpPr txBox="1"/>
          <p:nvPr/>
        </p:nvSpPr>
        <p:spPr>
          <a:xfrm>
            <a:off x="1370601" y="3819572"/>
            <a:ext cx="1788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3200" b="1" dirty="0"/>
              <a:t>CHLAP</a:t>
            </a:r>
          </a:p>
        </p:txBody>
      </p:sp>
      <p:sp>
        <p:nvSpPr>
          <p:cNvPr id="19" name="BlokTextu 18">
            <a:extLst>
              <a:ext uri="{FF2B5EF4-FFF2-40B4-BE49-F238E27FC236}">
                <a16:creationId xmlns:a16="http://schemas.microsoft.com/office/drawing/2014/main" id="{A418CF26-DFF3-404E-8B0D-3622BCBB9ADD}"/>
              </a:ext>
            </a:extLst>
          </p:cNvPr>
          <p:cNvSpPr txBox="1"/>
          <p:nvPr/>
        </p:nvSpPr>
        <p:spPr>
          <a:xfrm>
            <a:off x="3951241" y="3819572"/>
            <a:ext cx="2147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3200" b="1" dirty="0"/>
              <a:t>HRDINA</a:t>
            </a:r>
          </a:p>
        </p:txBody>
      </p:sp>
      <p:sp>
        <p:nvSpPr>
          <p:cNvPr id="20" name="BlokTextu 19">
            <a:extLst>
              <a:ext uri="{FF2B5EF4-FFF2-40B4-BE49-F238E27FC236}">
                <a16:creationId xmlns:a16="http://schemas.microsoft.com/office/drawing/2014/main" id="{EB874A70-647B-49E8-8D43-60091F3611AC}"/>
              </a:ext>
            </a:extLst>
          </p:cNvPr>
          <p:cNvSpPr txBox="1"/>
          <p:nvPr/>
        </p:nvSpPr>
        <p:spPr>
          <a:xfrm>
            <a:off x="7040880" y="3819571"/>
            <a:ext cx="1788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3200" b="1" dirty="0"/>
              <a:t>DUB</a:t>
            </a:r>
          </a:p>
        </p:txBody>
      </p:sp>
      <p:sp>
        <p:nvSpPr>
          <p:cNvPr id="21" name="BlokTextu 20">
            <a:extLst>
              <a:ext uri="{FF2B5EF4-FFF2-40B4-BE49-F238E27FC236}">
                <a16:creationId xmlns:a16="http://schemas.microsoft.com/office/drawing/2014/main" id="{992BB07E-34C7-486D-85E5-16023DFD44BD}"/>
              </a:ext>
            </a:extLst>
          </p:cNvPr>
          <p:cNvSpPr txBox="1"/>
          <p:nvPr/>
        </p:nvSpPr>
        <p:spPr>
          <a:xfrm>
            <a:off x="9758680" y="3870370"/>
            <a:ext cx="1788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3200" b="1" dirty="0"/>
              <a:t>STROJ</a:t>
            </a:r>
          </a:p>
        </p:txBody>
      </p:sp>
      <p:sp>
        <p:nvSpPr>
          <p:cNvPr id="24" name="Zástupný objekt pre obsah 2">
            <a:extLst>
              <a:ext uri="{FF2B5EF4-FFF2-40B4-BE49-F238E27FC236}">
                <a16:creationId xmlns:a16="http://schemas.microsoft.com/office/drawing/2014/main" id="{3893A485-7898-40CC-B5B1-E017CB6E18FD}"/>
              </a:ext>
            </a:extLst>
          </p:cNvPr>
          <p:cNvSpPr txBox="1">
            <a:spLocks/>
          </p:cNvSpPr>
          <p:nvPr/>
        </p:nvSpPr>
        <p:spPr>
          <a:xfrm>
            <a:off x="1282158" y="718951"/>
            <a:ext cx="10178322" cy="1033047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sk-SK" sz="5100" dirty="0">
                <a:solidFill>
                  <a:schemeClr val="tx1"/>
                </a:solidFill>
              </a:rPr>
              <a:t>Majú totiž </a:t>
            </a:r>
            <a:r>
              <a:rPr lang="sk-SK" sz="5100" dirty="0">
                <a:solidFill>
                  <a:srgbClr val="FF0000"/>
                </a:solidFill>
              </a:rPr>
              <a:t>špeciálne vlastnosti</a:t>
            </a:r>
            <a:r>
              <a:rPr lang="sk-SK" sz="5100" dirty="0">
                <a:solidFill>
                  <a:schemeClr val="tx1"/>
                </a:solidFill>
              </a:rPr>
              <a:t>, podľa ktorých sa k nim ostatné podstatné mená zaraďujú</a:t>
            </a:r>
            <a:r>
              <a:rPr lang="sk-SK" sz="3200" dirty="0">
                <a:solidFill>
                  <a:schemeClr val="tx1"/>
                </a:solidFill>
              </a:rPr>
              <a:t>.</a:t>
            </a:r>
            <a:endParaRPr lang="sk-SK" sz="3200" b="1" dirty="0">
              <a:solidFill>
                <a:srgbClr val="FF0000"/>
              </a:solidFill>
            </a:endParaRPr>
          </a:p>
        </p:txBody>
      </p:sp>
      <p:sp>
        <p:nvSpPr>
          <p:cNvPr id="25" name="Zástupný objekt pre obsah 2">
            <a:extLst>
              <a:ext uri="{FF2B5EF4-FFF2-40B4-BE49-F238E27FC236}">
                <a16:creationId xmlns:a16="http://schemas.microsoft.com/office/drawing/2014/main" id="{5EAD6D45-CC83-49B5-BED0-98EC8A8D2A6B}"/>
              </a:ext>
            </a:extLst>
          </p:cNvPr>
          <p:cNvSpPr txBox="1">
            <a:spLocks/>
          </p:cNvSpPr>
          <p:nvPr/>
        </p:nvSpPr>
        <p:spPr>
          <a:xfrm>
            <a:off x="1370601" y="4623636"/>
            <a:ext cx="9820639" cy="136338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sk-SK" sz="3200" dirty="0">
                <a:solidFill>
                  <a:schemeClr val="bg1"/>
                </a:solidFill>
              </a:rPr>
              <a:t>Aby sme tieto vlastnosti zistili, musíme každý vzor </a:t>
            </a:r>
            <a:r>
              <a:rPr lang="sk-SK" sz="3200" dirty="0">
                <a:solidFill>
                  <a:srgbClr val="FFFF00"/>
                </a:solidFill>
              </a:rPr>
              <a:t>vyskloňovať podľa pádov</a:t>
            </a:r>
            <a:r>
              <a:rPr lang="sk-SK" sz="3200" dirty="0">
                <a:solidFill>
                  <a:schemeClr val="bg1"/>
                </a:solidFill>
              </a:rPr>
              <a:t>.</a:t>
            </a:r>
            <a:endParaRPr lang="sk-SK" sz="3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96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4" grpId="0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976055-B043-4D0D-BA45-180D144E5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678" y="5254108"/>
            <a:ext cx="4041682" cy="1492132"/>
          </a:xfrm>
        </p:spPr>
        <p:txBody>
          <a:bodyPr/>
          <a:lstStyle/>
          <a:p>
            <a:r>
              <a:rPr lang="sk-SK" dirty="0"/>
              <a:t>Vzor chlap</a:t>
            </a:r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F21E8C41-CA0E-4D61-AE0B-F213A14D78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975398" y="650240"/>
            <a:ext cx="6426082" cy="42773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44492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8E777F-0701-4525-B75B-FE2F3B1B8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0" y="761999"/>
            <a:ext cx="4297680" cy="1112517"/>
          </a:xfrm>
        </p:spPr>
        <p:txBody>
          <a:bodyPr/>
          <a:lstStyle/>
          <a:p>
            <a:r>
              <a:rPr lang="sk-SK" dirty="0"/>
              <a:t>Vzor chlap</a:t>
            </a:r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6CEBE304-01BD-4AD1-9EC3-59570054E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508240" y="184984"/>
            <a:ext cx="2712720" cy="18056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5" name="Tabuľka 5">
            <a:extLst>
              <a:ext uri="{FF2B5EF4-FFF2-40B4-BE49-F238E27FC236}">
                <a16:creationId xmlns:a16="http://schemas.microsoft.com/office/drawing/2014/main" id="{960DDB6C-6A64-4ACC-89BE-5E0C0B0E8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431378"/>
              </p:ext>
            </p:extLst>
          </p:nvPr>
        </p:nvGraphicFramePr>
        <p:xfrm>
          <a:off x="1473200" y="2397760"/>
          <a:ext cx="9723121" cy="415253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433477">
                  <a:extLst>
                    <a:ext uri="{9D8B030D-6E8A-4147-A177-3AD203B41FA5}">
                      <a16:colId xmlns:a16="http://schemas.microsoft.com/office/drawing/2014/main" val="1295087280"/>
                    </a:ext>
                  </a:extLst>
                </a:gridCol>
                <a:gridCol w="3045228">
                  <a:extLst>
                    <a:ext uri="{9D8B030D-6E8A-4147-A177-3AD203B41FA5}">
                      <a16:colId xmlns:a16="http://schemas.microsoft.com/office/drawing/2014/main" val="1276951675"/>
                    </a:ext>
                  </a:extLst>
                </a:gridCol>
                <a:gridCol w="3244416">
                  <a:extLst>
                    <a:ext uri="{9D8B030D-6E8A-4147-A177-3AD203B41FA5}">
                      <a16:colId xmlns:a16="http://schemas.microsoft.com/office/drawing/2014/main" val="3016107255"/>
                    </a:ext>
                  </a:extLst>
                </a:gridCol>
              </a:tblGrid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Vzor CHLAP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jednotné číslo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množné číslo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424453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NOMINATÍV</a:t>
                      </a:r>
                      <a:r>
                        <a:rPr lang="sk-SK" dirty="0"/>
                        <a:t> (Kto? Čo?)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318223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GENITÍV</a:t>
                      </a:r>
                      <a:r>
                        <a:rPr lang="sk-SK" dirty="0"/>
                        <a:t> (Bez koho? Čoho?)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31110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DATÍV </a:t>
                      </a:r>
                      <a:r>
                        <a:rPr lang="sk-SK" dirty="0"/>
                        <a:t>(Komu dám? Čomu dám?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493541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AKUZATÍV</a:t>
                      </a:r>
                      <a:r>
                        <a:rPr lang="sk-SK" dirty="0"/>
                        <a:t> (Vidím koho? Čo?)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712142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LOKÁL </a:t>
                      </a:r>
                      <a:r>
                        <a:rPr lang="sk-SK" dirty="0"/>
                        <a:t>(hovorím o kom? Čom?)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432484"/>
                  </a:ext>
                </a:extLst>
              </a:tr>
              <a:tr h="643228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INŠTRUMENTÁL</a:t>
                      </a:r>
                      <a:r>
                        <a:rPr lang="sk-SK" dirty="0"/>
                        <a:t> (s kým? S čím?)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10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4460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8E777F-0701-4525-B75B-FE2F3B1B8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0" y="761999"/>
            <a:ext cx="4297680" cy="1112517"/>
          </a:xfrm>
        </p:spPr>
        <p:txBody>
          <a:bodyPr/>
          <a:lstStyle/>
          <a:p>
            <a:r>
              <a:rPr lang="sk-SK" dirty="0"/>
              <a:t>Vzor chlap</a:t>
            </a:r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6CEBE304-01BD-4AD1-9EC3-59570054E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508240" y="134184"/>
            <a:ext cx="2712720" cy="18056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5" name="Tabuľka 5">
            <a:extLst>
              <a:ext uri="{FF2B5EF4-FFF2-40B4-BE49-F238E27FC236}">
                <a16:creationId xmlns:a16="http://schemas.microsoft.com/office/drawing/2014/main" id="{960DDB6C-6A64-4ACC-89BE-5E0C0B0E8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05140"/>
              </p:ext>
            </p:extLst>
          </p:nvPr>
        </p:nvGraphicFramePr>
        <p:xfrm>
          <a:off x="1432560" y="2418084"/>
          <a:ext cx="9763761" cy="413221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454400">
                  <a:extLst>
                    <a:ext uri="{9D8B030D-6E8A-4147-A177-3AD203B41FA5}">
                      <a16:colId xmlns:a16="http://schemas.microsoft.com/office/drawing/2014/main" val="1295087280"/>
                    </a:ext>
                  </a:extLst>
                </a:gridCol>
                <a:gridCol w="3054774">
                  <a:extLst>
                    <a:ext uri="{9D8B030D-6E8A-4147-A177-3AD203B41FA5}">
                      <a16:colId xmlns:a16="http://schemas.microsoft.com/office/drawing/2014/main" val="1276951675"/>
                    </a:ext>
                  </a:extLst>
                </a:gridCol>
                <a:gridCol w="3254587">
                  <a:extLst>
                    <a:ext uri="{9D8B030D-6E8A-4147-A177-3AD203B41FA5}">
                      <a16:colId xmlns:a16="http://schemas.microsoft.com/office/drawing/2014/main" val="3016107255"/>
                    </a:ext>
                  </a:extLst>
                </a:gridCol>
              </a:tblGrid>
              <a:tr h="582022"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Vzor CHLAP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jednotné číslo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množné číslo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424453"/>
                  </a:ext>
                </a:extLst>
              </a:tr>
              <a:tr h="582022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NOMINATÍV</a:t>
                      </a:r>
                      <a:r>
                        <a:rPr lang="sk-SK" dirty="0"/>
                        <a:t> (Kto? Čo?)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200" dirty="0"/>
                        <a:t>CHLA</a:t>
                      </a:r>
                      <a:r>
                        <a:rPr lang="sk-SK" sz="2200" b="1" dirty="0">
                          <a:solidFill>
                            <a:srgbClr val="FF0000"/>
                          </a:solidFill>
                        </a:rPr>
                        <a:t>P </a:t>
                      </a:r>
                      <a:r>
                        <a:rPr lang="sk-SK" sz="2200" b="0" dirty="0">
                          <a:solidFill>
                            <a:schemeClr val="tx1"/>
                          </a:solidFill>
                        </a:rPr>
                        <a:t>(ded</a:t>
                      </a:r>
                      <a:r>
                        <a:rPr lang="sk-SK" sz="2200" b="1" dirty="0">
                          <a:solidFill>
                            <a:srgbClr val="FF0000"/>
                          </a:solidFill>
                        </a:rPr>
                        <a:t>o</a:t>
                      </a:r>
                      <a:r>
                        <a:rPr lang="sk-SK" sz="22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200" dirty="0"/>
                        <a:t>CHLAP</a:t>
                      </a:r>
                      <a:r>
                        <a:rPr lang="sk-SK" sz="2200" b="1" dirty="0">
                          <a:solidFill>
                            <a:srgbClr val="FF0000"/>
                          </a:solidFill>
                        </a:rPr>
                        <a:t>I </a:t>
                      </a:r>
                      <a:r>
                        <a:rPr lang="sk-SK" sz="2200" b="0" dirty="0">
                          <a:solidFill>
                            <a:schemeClr val="tx1"/>
                          </a:solidFill>
                        </a:rPr>
                        <a:t>(ded</a:t>
                      </a:r>
                      <a:r>
                        <a:rPr lang="sk-SK" sz="2200" b="1" dirty="0">
                          <a:solidFill>
                            <a:srgbClr val="FF0000"/>
                          </a:solidFill>
                        </a:rPr>
                        <a:t>ovia</a:t>
                      </a:r>
                      <a:r>
                        <a:rPr lang="sk-SK" sz="22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318223"/>
                  </a:ext>
                </a:extLst>
              </a:tr>
              <a:tr h="582022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GENITÍV </a:t>
                      </a:r>
                      <a:r>
                        <a:rPr lang="sk-SK" dirty="0"/>
                        <a:t>(Bez koho? Čoho?)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200" dirty="0"/>
                        <a:t>(bez) CHLAP</a:t>
                      </a:r>
                      <a:r>
                        <a:rPr lang="sk-SK" sz="2200" b="1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200" dirty="0"/>
                        <a:t>(bez) CHLAP</a:t>
                      </a:r>
                      <a:r>
                        <a:rPr lang="sk-SK" sz="2200" b="1" dirty="0">
                          <a:solidFill>
                            <a:srgbClr val="FF0000"/>
                          </a:solidFill>
                        </a:rPr>
                        <a:t>OV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31110"/>
                  </a:ext>
                </a:extLst>
              </a:tr>
              <a:tr h="582022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DATÍV</a:t>
                      </a:r>
                      <a:r>
                        <a:rPr lang="sk-SK" dirty="0"/>
                        <a:t> (Komu dám? Čomu dám?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200" dirty="0"/>
                        <a:t>(dám) CHLAP</a:t>
                      </a:r>
                      <a:r>
                        <a:rPr lang="sk-SK" sz="2200" b="1" dirty="0">
                          <a:solidFill>
                            <a:srgbClr val="FF0000"/>
                          </a:solidFill>
                        </a:rPr>
                        <a:t>OVI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200" dirty="0"/>
                        <a:t>(dám) CHLAP</a:t>
                      </a:r>
                      <a:r>
                        <a:rPr lang="sk-SK" sz="2200" b="1" dirty="0">
                          <a:solidFill>
                            <a:srgbClr val="FF0000"/>
                          </a:solidFill>
                        </a:rPr>
                        <a:t>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493541"/>
                  </a:ext>
                </a:extLst>
              </a:tr>
              <a:tr h="582022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AKUZATÍV</a:t>
                      </a:r>
                      <a:r>
                        <a:rPr lang="sk-SK" dirty="0"/>
                        <a:t> (Vidím koho? Čo?)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200" dirty="0"/>
                        <a:t>(vidím) CHLAP</a:t>
                      </a:r>
                      <a:r>
                        <a:rPr lang="sk-SK" sz="2200" b="1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200" dirty="0"/>
                        <a:t>(vidím) CHLAP</a:t>
                      </a:r>
                      <a:r>
                        <a:rPr lang="sk-SK" sz="2200" b="1" dirty="0">
                          <a:solidFill>
                            <a:srgbClr val="FF0000"/>
                          </a:solidFill>
                        </a:rPr>
                        <a:t>OV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712142"/>
                  </a:ext>
                </a:extLst>
              </a:tr>
              <a:tr h="582022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LOKÁL</a:t>
                      </a:r>
                      <a:r>
                        <a:rPr lang="sk-SK" dirty="0"/>
                        <a:t> (hovorím o kom? Čom?)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200" dirty="0"/>
                        <a:t>(hovorím o) CHLAP</a:t>
                      </a:r>
                      <a:r>
                        <a:rPr lang="sk-SK" sz="2200" b="1" dirty="0">
                          <a:solidFill>
                            <a:srgbClr val="FF0000"/>
                          </a:solidFill>
                        </a:rPr>
                        <a:t>OVI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200" dirty="0"/>
                        <a:t>(hovorím o) CHLAP</a:t>
                      </a:r>
                      <a:r>
                        <a:rPr lang="sk-SK" sz="2200" b="1" dirty="0">
                          <a:solidFill>
                            <a:srgbClr val="FF0000"/>
                          </a:solidFill>
                        </a:rPr>
                        <a:t>OCH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432484"/>
                  </a:ext>
                </a:extLst>
              </a:tr>
              <a:tr h="582022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INŠTRUMENTÁL</a:t>
                      </a:r>
                      <a:r>
                        <a:rPr lang="sk-SK" dirty="0"/>
                        <a:t> (s kým? S čím?)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200" dirty="0"/>
                        <a:t>(s) CHLAP</a:t>
                      </a:r>
                      <a:r>
                        <a:rPr lang="sk-SK" sz="2200" b="1" dirty="0">
                          <a:solidFill>
                            <a:srgbClr val="FF0000"/>
                          </a:solidFill>
                        </a:rPr>
                        <a:t>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200" dirty="0"/>
                        <a:t>(s) CHLAP</a:t>
                      </a:r>
                      <a:r>
                        <a:rPr lang="sk-SK" sz="2200" b="1" dirty="0">
                          <a:solidFill>
                            <a:srgbClr val="FF0000"/>
                          </a:solidFill>
                        </a:rPr>
                        <a:t>MI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10380"/>
                  </a:ext>
                </a:extLst>
              </a:tr>
            </a:tbl>
          </a:graphicData>
        </a:graphic>
      </p:graphicFrame>
      <p:sp>
        <p:nvSpPr>
          <p:cNvPr id="6" name="BlokTextu 5">
            <a:extLst>
              <a:ext uri="{FF2B5EF4-FFF2-40B4-BE49-F238E27FC236}">
                <a16:creationId xmlns:a16="http://schemas.microsoft.com/office/drawing/2014/main" id="{809258BE-0981-4C50-8598-6296CA88302F}"/>
              </a:ext>
            </a:extLst>
          </p:cNvPr>
          <p:cNvSpPr txBox="1"/>
          <p:nvPr/>
        </p:nvSpPr>
        <p:spPr>
          <a:xfrm>
            <a:off x="1066800" y="134184"/>
            <a:ext cx="2712720" cy="193899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k-SK" sz="2400" b="1" dirty="0"/>
              <a:t>N jednotné číslo</a:t>
            </a:r>
          </a:p>
          <a:p>
            <a:pPr algn="ctr"/>
            <a:r>
              <a:rPr lang="sk-SK" sz="2400" dirty="0"/>
              <a:t>spoluhláska / -o</a:t>
            </a:r>
          </a:p>
          <a:p>
            <a:pPr algn="ctr"/>
            <a:endParaRPr lang="sk-SK" sz="2400" b="1" dirty="0"/>
          </a:p>
          <a:p>
            <a:pPr algn="ctr"/>
            <a:r>
              <a:rPr lang="sk-SK" sz="2400" b="1" dirty="0"/>
              <a:t>N množné číslo</a:t>
            </a:r>
          </a:p>
          <a:p>
            <a:pPr algn="ctr"/>
            <a:r>
              <a:rPr lang="sk-SK" sz="2400" dirty="0"/>
              <a:t>-</a:t>
            </a:r>
            <a:r>
              <a:rPr lang="sk-SK" sz="2400" dirty="0" err="1"/>
              <a:t>ovia</a:t>
            </a:r>
            <a:r>
              <a:rPr lang="sk-SK" sz="2400" dirty="0"/>
              <a:t> / -</a:t>
            </a:r>
            <a:r>
              <a:rPr lang="sk-SK" sz="2400" dirty="0" err="1"/>
              <a:t>ia</a:t>
            </a:r>
            <a:endParaRPr lang="sk-SK" sz="2400" dirty="0"/>
          </a:p>
        </p:txBody>
      </p:sp>
    </p:spTree>
    <p:extLst>
      <p:ext uri="{BB962C8B-B14F-4D97-AF65-F5344CB8AC3E}">
        <p14:creationId xmlns:p14="http://schemas.microsoft.com/office/powerpoint/2010/main" val="49943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9766B0-4815-45F9-991C-CB6798F79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Urč, či je podstatné meno životné alebo neživotné.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7213B43-B006-4873-A154-4892B81A3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45361"/>
            <a:ext cx="10178322" cy="134111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sk-SK" sz="3200" dirty="0">
                <a:solidFill>
                  <a:schemeClr val="tx1"/>
                </a:solidFill>
              </a:rPr>
              <a:t>chlap, hrdina, dub, stroj, kameň, zajac, papier, kuchár, Mišo, stôl, rozhodca, človek, predajca, kvet, plán, vankúš, špecialista</a:t>
            </a:r>
          </a:p>
        </p:txBody>
      </p:sp>
      <p:sp>
        <p:nvSpPr>
          <p:cNvPr id="4" name="Obdĺžnik: zaoblené rohy 3">
            <a:extLst>
              <a:ext uri="{FF2B5EF4-FFF2-40B4-BE49-F238E27FC236}">
                <a16:creationId xmlns:a16="http://schemas.microsoft.com/office/drawing/2014/main" id="{7FBC7323-CD55-40FC-BC7C-C201D56B6EE7}"/>
              </a:ext>
            </a:extLst>
          </p:cNvPr>
          <p:cNvSpPr/>
          <p:nvPr/>
        </p:nvSpPr>
        <p:spPr>
          <a:xfrm>
            <a:off x="1584960" y="3586480"/>
            <a:ext cx="3129280" cy="99568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dirty="0">
                <a:solidFill>
                  <a:schemeClr val="tx1"/>
                </a:solidFill>
              </a:rPr>
              <a:t>ŽIVOTNÉ</a:t>
            </a:r>
          </a:p>
        </p:txBody>
      </p:sp>
      <p:sp>
        <p:nvSpPr>
          <p:cNvPr id="5" name="Obdĺžnik: zaoblené rohy 4">
            <a:extLst>
              <a:ext uri="{FF2B5EF4-FFF2-40B4-BE49-F238E27FC236}">
                <a16:creationId xmlns:a16="http://schemas.microsoft.com/office/drawing/2014/main" id="{968610C5-6D34-4EDB-8256-4A4DCF2740C9}"/>
              </a:ext>
            </a:extLst>
          </p:cNvPr>
          <p:cNvSpPr/>
          <p:nvPr/>
        </p:nvSpPr>
        <p:spPr>
          <a:xfrm>
            <a:off x="7010400" y="3586479"/>
            <a:ext cx="3129280" cy="99568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dirty="0">
                <a:solidFill>
                  <a:schemeClr val="tx1"/>
                </a:solidFill>
              </a:rPr>
              <a:t>NEŽIVOTNÉ</a:t>
            </a: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CC6059E1-DC2A-4B2B-BF0C-E9396B7594D9}"/>
              </a:ext>
            </a:extLst>
          </p:cNvPr>
          <p:cNvSpPr txBox="1"/>
          <p:nvPr/>
        </p:nvSpPr>
        <p:spPr>
          <a:xfrm>
            <a:off x="1584960" y="4757430"/>
            <a:ext cx="33121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2800" dirty="0"/>
              <a:t>chlap, hrdina, kuchár, Mišo, rozhodca, človek, predajca, špecialista</a:t>
            </a:r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D7CC8E30-EDE4-4A86-BE37-AAF9FD972F29}"/>
              </a:ext>
            </a:extLst>
          </p:cNvPr>
          <p:cNvSpPr txBox="1"/>
          <p:nvPr/>
        </p:nvSpPr>
        <p:spPr>
          <a:xfrm>
            <a:off x="6888480" y="4846320"/>
            <a:ext cx="35153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2800" dirty="0"/>
              <a:t>dub, stroj, kameň, zajac, papier, stôl, kvet, plán, vankúš</a:t>
            </a:r>
          </a:p>
        </p:txBody>
      </p:sp>
    </p:spTree>
    <p:extLst>
      <p:ext uri="{BB962C8B-B14F-4D97-AF65-F5344CB8AC3E}">
        <p14:creationId xmlns:p14="http://schemas.microsoft.com/office/powerpoint/2010/main" val="1045398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7D208C0-70CE-47FC-BD4B-0EAC9C0CA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Vyskloňuj podstatné meno </a:t>
            </a:r>
            <a:r>
              <a:rPr lang="sk-SK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kuchár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aphicFrame>
        <p:nvGraphicFramePr>
          <p:cNvPr id="4" name="Tabuľka 5">
            <a:extLst>
              <a:ext uri="{FF2B5EF4-FFF2-40B4-BE49-F238E27FC236}">
                <a16:creationId xmlns:a16="http://schemas.microsoft.com/office/drawing/2014/main" id="{7CA72708-6215-44A3-A7F1-9321C1667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251215"/>
              </p:ext>
            </p:extLst>
          </p:nvPr>
        </p:nvGraphicFramePr>
        <p:xfrm>
          <a:off x="1251678" y="2214880"/>
          <a:ext cx="9723121" cy="415253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433477">
                  <a:extLst>
                    <a:ext uri="{9D8B030D-6E8A-4147-A177-3AD203B41FA5}">
                      <a16:colId xmlns:a16="http://schemas.microsoft.com/office/drawing/2014/main" val="1295087280"/>
                    </a:ext>
                  </a:extLst>
                </a:gridCol>
                <a:gridCol w="3045228">
                  <a:extLst>
                    <a:ext uri="{9D8B030D-6E8A-4147-A177-3AD203B41FA5}">
                      <a16:colId xmlns:a16="http://schemas.microsoft.com/office/drawing/2014/main" val="1276951675"/>
                    </a:ext>
                  </a:extLst>
                </a:gridCol>
                <a:gridCol w="3244416">
                  <a:extLst>
                    <a:ext uri="{9D8B030D-6E8A-4147-A177-3AD203B41FA5}">
                      <a16:colId xmlns:a16="http://schemas.microsoft.com/office/drawing/2014/main" val="3016107255"/>
                    </a:ext>
                  </a:extLst>
                </a:gridCol>
              </a:tblGrid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Vzor CHLAP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jednotné číslo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množné číslo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424453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NOMINATÍV</a:t>
                      </a:r>
                      <a:r>
                        <a:rPr lang="sk-SK" dirty="0"/>
                        <a:t> (Kto? Čo?)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318223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GENITÍV</a:t>
                      </a:r>
                      <a:r>
                        <a:rPr lang="sk-SK" dirty="0"/>
                        <a:t> (Bez koho? Čoho?)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31110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DATÍV </a:t>
                      </a:r>
                      <a:r>
                        <a:rPr lang="sk-SK" dirty="0"/>
                        <a:t>(Komu dám? Čomu dám?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493541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AKUZATÍV</a:t>
                      </a:r>
                      <a:r>
                        <a:rPr lang="sk-SK" dirty="0"/>
                        <a:t> (Vidím koho? Čo?)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712142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LOKÁL </a:t>
                      </a:r>
                      <a:r>
                        <a:rPr lang="sk-SK" dirty="0"/>
                        <a:t>(hovorím o kom? Čom?)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432484"/>
                  </a:ext>
                </a:extLst>
              </a:tr>
              <a:tr h="643228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INŠTRUMENTÁL</a:t>
                      </a:r>
                      <a:r>
                        <a:rPr lang="sk-SK" dirty="0"/>
                        <a:t> (s kým? S čím?)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10380"/>
                  </a:ext>
                </a:extLst>
              </a:tr>
            </a:tbl>
          </a:graphicData>
        </a:graphic>
      </p:graphicFrame>
      <p:pic>
        <p:nvPicPr>
          <p:cNvPr id="5" name="Obrázok 4">
            <a:extLst>
              <a:ext uri="{FF2B5EF4-FFF2-40B4-BE49-F238E27FC236}">
                <a16:creationId xmlns:a16="http://schemas.microsoft.com/office/drawing/2014/main" id="{2E84249D-F23B-46A9-94C6-AD103061A6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rot="757169">
            <a:off x="10027185" y="80966"/>
            <a:ext cx="1501699" cy="1993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808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7D208C0-70CE-47FC-BD4B-0EAC9C0CA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Vyskloňuj podstatné meno </a:t>
            </a:r>
            <a:r>
              <a:rPr lang="sk-SK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kuchár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aphicFrame>
        <p:nvGraphicFramePr>
          <p:cNvPr id="4" name="Tabuľka 5">
            <a:extLst>
              <a:ext uri="{FF2B5EF4-FFF2-40B4-BE49-F238E27FC236}">
                <a16:creationId xmlns:a16="http://schemas.microsoft.com/office/drawing/2014/main" id="{7CA72708-6215-44A3-A7F1-9321C1667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703024"/>
              </p:ext>
            </p:extLst>
          </p:nvPr>
        </p:nvGraphicFramePr>
        <p:xfrm>
          <a:off x="1251678" y="2214880"/>
          <a:ext cx="9723121" cy="415253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433477">
                  <a:extLst>
                    <a:ext uri="{9D8B030D-6E8A-4147-A177-3AD203B41FA5}">
                      <a16:colId xmlns:a16="http://schemas.microsoft.com/office/drawing/2014/main" val="1295087280"/>
                    </a:ext>
                  </a:extLst>
                </a:gridCol>
                <a:gridCol w="3045228">
                  <a:extLst>
                    <a:ext uri="{9D8B030D-6E8A-4147-A177-3AD203B41FA5}">
                      <a16:colId xmlns:a16="http://schemas.microsoft.com/office/drawing/2014/main" val="1276951675"/>
                    </a:ext>
                  </a:extLst>
                </a:gridCol>
                <a:gridCol w="3244416">
                  <a:extLst>
                    <a:ext uri="{9D8B030D-6E8A-4147-A177-3AD203B41FA5}">
                      <a16:colId xmlns:a16="http://schemas.microsoft.com/office/drawing/2014/main" val="3016107255"/>
                    </a:ext>
                  </a:extLst>
                </a:gridCol>
              </a:tblGrid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Vzor CHLAP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jednotné číslo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množné číslo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424453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NOMINATÍV</a:t>
                      </a:r>
                      <a:r>
                        <a:rPr lang="sk-SK" dirty="0"/>
                        <a:t> (Kto? Čo?)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KUCHÁ</a:t>
                      </a:r>
                      <a:r>
                        <a:rPr lang="sk-SK" sz="2400" dirty="0">
                          <a:solidFill>
                            <a:srgbClr val="FF0000"/>
                          </a:solidFill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KUCHÁR</a:t>
                      </a:r>
                      <a:r>
                        <a:rPr lang="sk-SK" sz="2400" dirty="0">
                          <a:solidFill>
                            <a:srgbClr val="FF0000"/>
                          </a:solidFill>
                        </a:rPr>
                        <a:t>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318223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GENITÍV</a:t>
                      </a:r>
                      <a:r>
                        <a:rPr lang="sk-SK" dirty="0"/>
                        <a:t> (Bez koho? Čoho?)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KUCHÁR</a:t>
                      </a:r>
                      <a:r>
                        <a:rPr lang="sk-SK" sz="2400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KUCHÁR</a:t>
                      </a:r>
                      <a:r>
                        <a:rPr lang="sk-SK" sz="2400" dirty="0">
                          <a:solidFill>
                            <a:srgbClr val="FF0000"/>
                          </a:solidFill>
                        </a:rPr>
                        <a:t>OV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31110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DATÍV </a:t>
                      </a:r>
                      <a:r>
                        <a:rPr lang="sk-SK" dirty="0"/>
                        <a:t>(Komu dám? Čomu dám?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KUCHÁR</a:t>
                      </a:r>
                      <a:r>
                        <a:rPr lang="sk-SK" sz="2400" dirty="0">
                          <a:solidFill>
                            <a:srgbClr val="FF0000"/>
                          </a:solidFill>
                        </a:rPr>
                        <a:t>OVI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KUCHÁR</a:t>
                      </a:r>
                      <a:r>
                        <a:rPr lang="sk-SK" sz="2400" dirty="0">
                          <a:solidFill>
                            <a:srgbClr val="FF0000"/>
                          </a:solidFill>
                        </a:rPr>
                        <a:t>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493541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AKUZATÍV</a:t>
                      </a:r>
                      <a:r>
                        <a:rPr lang="sk-SK" dirty="0"/>
                        <a:t> (Vidím koho? Čo?)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KUCHÁR</a:t>
                      </a:r>
                      <a:r>
                        <a:rPr lang="sk-SK" sz="2400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KUCHÁR</a:t>
                      </a:r>
                      <a:r>
                        <a:rPr lang="sk-SK" sz="2400" dirty="0">
                          <a:solidFill>
                            <a:srgbClr val="FF0000"/>
                          </a:solidFill>
                        </a:rPr>
                        <a:t>OV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712142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LOKÁL </a:t>
                      </a:r>
                      <a:r>
                        <a:rPr lang="sk-SK" dirty="0"/>
                        <a:t>(hovorím o kom? Čom?)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KUCHÁR</a:t>
                      </a:r>
                      <a:r>
                        <a:rPr lang="sk-SK" sz="2400" dirty="0">
                          <a:solidFill>
                            <a:srgbClr val="FF0000"/>
                          </a:solidFill>
                        </a:rPr>
                        <a:t>OVI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KUCHÁR</a:t>
                      </a:r>
                      <a:r>
                        <a:rPr lang="sk-SK" sz="2400" dirty="0">
                          <a:solidFill>
                            <a:srgbClr val="FF0000"/>
                          </a:solidFill>
                        </a:rPr>
                        <a:t>OCH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432484"/>
                  </a:ext>
                </a:extLst>
              </a:tr>
              <a:tr h="643228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INŠTRUMENTÁL</a:t>
                      </a:r>
                      <a:r>
                        <a:rPr lang="sk-SK" dirty="0"/>
                        <a:t> (s kým? S čím?)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KUCHÁR</a:t>
                      </a:r>
                      <a:r>
                        <a:rPr lang="sk-SK" sz="2400" dirty="0">
                          <a:solidFill>
                            <a:srgbClr val="FF0000"/>
                          </a:solidFill>
                        </a:rPr>
                        <a:t>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KUCHÁR</a:t>
                      </a:r>
                      <a:r>
                        <a:rPr lang="sk-SK" sz="2400" dirty="0">
                          <a:solidFill>
                            <a:srgbClr val="FF0000"/>
                          </a:solidFill>
                        </a:rPr>
                        <a:t>MI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10380"/>
                  </a:ext>
                </a:extLst>
              </a:tr>
            </a:tbl>
          </a:graphicData>
        </a:graphic>
      </p:graphicFrame>
      <p:pic>
        <p:nvPicPr>
          <p:cNvPr id="5" name="Obrázok 4">
            <a:extLst>
              <a:ext uri="{FF2B5EF4-FFF2-40B4-BE49-F238E27FC236}">
                <a16:creationId xmlns:a16="http://schemas.microsoft.com/office/drawing/2014/main" id="{0B53F198-F6F7-45F4-98BA-92618D702F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rot="757169">
            <a:off x="10027185" y="80966"/>
            <a:ext cx="1501699" cy="1993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716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uľka 5">
            <a:extLst>
              <a:ext uri="{FF2B5EF4-FFF2-40B4-BE49-F238E27FC236}">
                <a16:creationId xmlns:a16="http://schemas.microsoft.com/office/drawing/2014/main" id="{C209F5CC-6082-4200-B416-6F668A0E53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26934"/>
              </p:ext>
            </p:extLst>
          </p:nvPr>
        </p:nvGraphicFramePr>
        <p:xfrm>
          <a:off x="1493519" y="256170"/>
          <a:ext cx="9438641" cy="317283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339373">
                  <a:extLst>
                    <a:ext uri="{9D8B030D-6E8A-4147-A177-3AD203B41FA5}">
                      <a16:colId xmlns:a16="http://schemas.microsoft.com/office/drawing/2014/main" val="1295087280"/>
                    </a:ext>
                  </a:extLst>
                </a:gridCol>
                <a:gridCol w="2953054">
                  <a:extLst>
                    <a:ext uri="{9D8B030D-6E8A-4147-A177-3AD203B41FA5}">
                      <a16:colId xmlns:a16="http://schemas.microsoft.com/office/drawing/2014/main" val="1276951675"/>
                    </a:ext>
                  </a:extLst>
                </a:gridCol>
                <a:gridCol w="3146214">
                  <a:extLst>
                    <a:ext uri="{9D8B030D-6E8A-4147-A177-3AD203B41FA5}">
                      <a16:colId xmlns:a16="http://schemas.microsoft.com/office/drawing/2014/main" val="3016107255"/>
                    </a:ext>
                  </a:extLst>
                </a:gridCol>
              </a:tblGrid>
              <a:tr h="287094">
                <a:tc>
                  <a:txBody>
                    <a:bodyPr/>
                    <a:lstStyle/>
                    <a:p>
                      <a:pPr algn="ctr"/>
                      <a:r>
                        <a:rPr lang="sk-SK" sz="1400" dirty="0"/>
                        <a:t>Vzor CHLAP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400" dirty="0"/>
                        <a:t>jednotné číslo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400" dirty="0"/>
                        <a:t>množné číslo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424453"/>
                  </a:ext>
                </a:extLst>
              </a:tr>
              <a:tr h="500454">
                <a:tc>
                  <a:txBody>
                    <a:bodyPr/>
                    <a:lstStyle/>
                    <a:p>
                      <a:pPr algn="ctr"/>
                      <a:r>
                        <a:rPr lang="sk-SK" sz="1400" b="1" dirty="0"/>
                        <a:t>NOMINATÍV</a:t>
                      </a:r>
                      <a:r>
                        <a:rPr lang="sk-SK" sz="1400" dirty="0"/>
                        <a:t> (Kto? Čo?)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800" dirty="0"/>
                        <a:t>CHLA</a:t>
                      </a:r>
                      <a:r>
                        <a:rPr lang="sk-SK" sz="1800" b="1" dirty="0">
                          <a:solidFill>
                            <a:srgbClr val="FF0000"/>
                          </a:solidFill>
                        </a:rPr>
                        <a:t>P </a:t>
                      </a:r>
                      <a:r>
                        <a:rPr lang="sk-SK" sz="1800" b="0" dirty="0">
                          <a:solidFill>
                            <a:schemeClr val="tx1"/>
                          </a:solidFill>
                        </a:rPr>
                        <a:t>(ded</a:t>
                      </a:r>
                      <a:r>
                        <a:rPr lang="sk-SK" sz="1800" b="1" dirty="0">
                          <a:solidFill>
                            <a:srgbClr val="FF0000"/>
                          </a:solidFill>
                        </a:rPr>
                        <a:t>o</a:t>
                      </a:r>
                      <a:r>
                        <a:rPr lang="sk-SK" sz="18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800" dirty="0"/>
                        <a:t>CHLAP</a:t>
                      </a:r>
                      <a:r>
                        <a:rPr lang="sk-SK" sz="1800" b="1" dirty="0">
                          <a:solidFill>
                            <a:srgbClr val="FF0000"/>
                          </a:solidFill>
                        </a:rPr>
                        <a:t>I </a:t>
                      </a:r>
                      <a:r>
                        <a:rPr lang="sk-SK" sz="1800" b="0" dirty="0">
                          <a:solidFill>
                            <a:schemeClr val="tx1"/>
                          </a:solidFill>
                        </a:rPr>
                        <a:t>(ded</a:t>
                      </a:r>
                      <a:r>
                        <a:rPr lang="sk-SK" sz="1800" b="1" dirty="0">
                          <a:solidFill>
                            <a:srgbClr val="FF0000"/>
                          </a:solidFill>
                        </a:rPr>
                        <a:t>ovia</a:t>
                      </a:r>
                      <a:r>
                        <a:rPr lang="sk-SK" sz="18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318223"/>
                  </a:ext>
                </a:extLst>
              </a:tr>
              <a:tr h="500454">
                <a:tc>
                  <a:txBody>
                    <a:bodyPr/>
                    <a:lstStyle/>
                    <a:p>
                      <a:pPr algn="ctr"/>
                      <a:r>
                        <a:rPr lang="sk-SK" sz="1400" b="1" dirty="0"/>
                        <a:t>GENITÍV </a:t>
                      </a:r>
                      <a:r>
                        <a:rPr lang="sk-SK" sz="1400" dirty="0"/>
                        <a:t>(Bez koho? Čoho?)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800" dirty="0"/>
                        <a:t>(bez) CHLAP</a:t>
                      </a:r>
                      <a:r>
                        <a:rPr lang="sk-SK" sz="1800" b="1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800" dirty="0"/>
                        <a:t>(bez) CHLAP</a:t>
                      </a:r>
                      <a:r>
                        <a:rPr lang="sk-SK" sz="1800" b="1" dirty="0">
                          <a:solidFill>
                            <a:srgbClr val="FF0000"/>
                          </a:solidFill>
                        </a:rPr>
                        <a:t>OV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31110"/>
                  </a:ext>
                </a:extLst>
              </a:tr>
              <a:tr h="500454">
                <a:tc>
                  <a:txBody>
                    <a:bodyPr/>
                    <a:lstStyle/>
                    <a:p>
                      <a:pPr algn="ctr"/>
                      <a:r>
                        <a:rPr lang="sk-SK" sz="1400" b="1" dirty="0"/>
                        <a:t>DATÍV</a:t>
                      </a:r>
                      <a:r>
                        <a:rPr lang="sk-SK" sz="1400" dirty="0"/>
                        <a:t> (Komu dám? Čomu dám?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800" dirty="0"/>
                        <a:t>(dám) CHLAP</a:t>
                      </a:r>
                      <a:r>
                        <a:rPr lang="sk-SK" sz="1800" b="1" dirty="0">
                          <a:solidFill>
                            <a:srgbClr val="FF0000"/>
                          </a:solidFill>
                        </a:rPr>
                        <a:t>OVI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800" dirty="0"/>
                        <a:t>(dám) CHLAP</a:t>
                      </a:r>
                      <a:r>
                        <a:rPr lang="sk-SK" sz="1800" b="1" dirty="0">
                          <a:solidFill>
                            <a:srgbClr val="FF0000"/>
                          </a:solidFill>
                        </a:rPr>
                        <a:t>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493541"/>
                  </a:ext>
                </a:extLst>
              </a:tr>
              <a:tr h="500454">
                <a:tc>
                  <a:txBody>
                    <a:bodyPr/>
                    <a:lstStyle/>
                    <a:p>
                      <a:pPr algn="ctr"/>
                      <a:r>
                        <a:rPr lang="sk-SK" sz="1400" b="1" dirty="0"/>
                        <a:t>AKUZATÍV</a:t>
                      </a:r>
                      <a:r>
                        <a:rPr lang="sk-SK" sz="1400" dirty="0"/>
                        <a:t> (Vidím koho? Čo?)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800" dirty="0"/>
                        <a:t>(vidím) CHLAP</a:t>
                      </a:r>
                      <a:r>
                        <a:rPr lang="sk-SK" sz="1800" b="1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800" dirty="0"/>
                        <a:t>(vidím) CHLAP</a:t>
                      </a:r>
                      <a:r>
                        <a:rPr lang="sk-SK" sz="1800" b="1" dirty="0">
                          <a:solidFill>
                            <a:srgbClr val="FF0000"/>
                          </a:solidFill>
                        </a:rPr>
                        <a:t>OV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712142"/>
                  </a:ext>
                </a:extLst>
              </a:tr>
              <a:tr h="500454">
                <a:tc>
                  <a:txBody>
                    <a:bodyPr/>
                    <a:lstStyle/>
                    <a:p>
                      <a:pPr algn="ctr"/>
                      <a:r>
                        <a:rPr lang="sk-SK" sz="1400" b="1" dirty="0"/>
                        <a:t>LOKÁL</a:t>
                      </a:r>
                      <a:r>
                        <a:rPr lang="sk-SK" sz="1400" dirty="0"/>
                        <a:t> (hovorím o kom? Čom?)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800" dirty="0"/>
                        <a:t>(hovorím o) CHLAP</a:t>
                      </a:r>
                      <a:r>
                        <a:rPr lang="sk-SK" sz="1800" b="1" dirty="0">
                          <a:solidFill>
                            <a:srgbClr val="FF0000"/>
                          </a:solidFill>
                        </a:rPr>
                        <a:t>OVI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800" dirty="0"/>
                        <a:t>(hovorím o) CHLAP</a:t>
                      </a:r>
                      <a:r>
                        <a:rPr lang="sk-SK" sz="1800" b="1" dirty="0">
                          <a:solidFill>
                            <a:srgbClr val="FF0000"/>
                          </a:solidFill>
                        </a:rPr>
                        <a:t>OCH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432484"/>
                  </a:ext>
                </a:extLst>
              </a:tr>
              <a:tr h="289116">
                <a:tc>
                  <a:txBody>
                    <a:bodyPr/>
                    <a:lstStyle/>
                    <a:p>
                      <a:pPr algn="ctr"/>
                      <a:r>
                        <a:rPr lang="sk-SK" sz="1400" b="1" dirty="0"/>
                        <a:t>INŠTRUMENTÁL</a:t>
                      </a:r>
                      <a:r>
                        <a:rPr lang="sk-SK" sz="1400" dirty="0"/>
                        <a:t> (s kým? S čím?)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800" dirty="0"/>
                        <a:t>(s) CHLAP</a:t>
                      </a:r>
                      <a:r>
                        <a:rPr lang="sk-SK" sz="1800" b="1" dirty="0">
                          <a:solidFill>
                            <a:srgbClr val="FF0000"/>
                          </a:solidFill>
                        </a:rPr>
                        <a:t>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800" dirty="0"/>
                        <a:t>(s) CHLAP</a:t>
                      </a:r>
                      <a:r>
                        <a:rPr lang="sk-SK" sz="1800" b="1" dirty="0">
                          <a:solidFill>
                            <a:srgbClr val="FF0000"/>
                          </a:solidFill>
                        </a:rPr>
                        <a:t>MI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10380"/>
                  </a:ext>
                </a:extLst>
              </a:tr>
            </a:tbl>
          </a:graphicData>
        </a:graphic>
      </p:graphicFrame>
      <p:graphicFrame>
        <p:nvGraphicFramePr>
          <p:cNvPr id="5" name="Tabuľka 5">
            <a:extLst>
              <a:ext uri="{FF2B5EF4-FFF2-40B4-BE49-F238E27FC236}">
                <a16:creationId xmlns:a16="http://schemas.microsoft.com/office/drawing/2014/main" id="{3C379374-973E-48BA-8161-5F4431B7D8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889512"/>
              </p:ext>
            </p:extLst>
          </p:nvPr>
        </p:nvGraphicFramePr>
        <p:xfrm>
          <a:off x="1493519" y="3623691"/>
          <a:ext cx="9438640" cy="3147949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333020">
                  <a:extLst>
                    <a:ext uri="{9D8B030D-6E8A-4147-A177-3AD203B41FA5}">
                      <a16:colId xmlns:a16="http://schemas.microsoft.com/office/drawing/2014/main" val="1295087280"/>
                    </a:ext>
                  </a:extLst>
                </a:gridCol>
                <a:gridCol w="2956130">
                  <a:extLst>
                    <a:ext uri="{9D8B030D-6E8A-4147-A177-3AD203B41FA5}">
                      <a16:colId xmlns:a16="http://schemas.microsoft.com/office/drawing/2014/main" val="1276951675"/>
                    </a:ext>
                  </a:extLst>
                </a:gridCol>
                <a:gridCol w="3149490">
                  <a:extLst>
                    <a:ext uri="{9D8B030D-6E8A-4147-A177-3AD203B41FA5}">
                      <a16:colId xmlns:a16="http://schemas.microsoft.com/office/drawing/2014/main" val="30161072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sk-SK" sz="1400" dirty="0"/>
                        <a:t>Vzor CHLAP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400" dirty="0"/>
                        <a:t>jednotné číslo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400" dirty="0"/>
                        <a:t>množné číslo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424453"/>
                  </a:ext>
                </a:extLst>
              </a:tr>
              <a:tr h="466109">
                <a:tc>
                  <a:txBody>
                    <a:bodyPr/>
                    <a:lstStyle/>
                    <a:p>
                      <a:pPr algn="ctr"/>
                      <a:r>
                        <a:rPr lang="sk-SK" sz="1400" b="1" dirty="0"/>
                        <a:t>NOMINATÍV</a:t>
                      </a:r>
                      <a:r>
                        <a:rPr lang="sk-SK" sz="1400" dirty="0"/>
                        <a:t> (Kto? Čo?)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800" dirty="0"/>
                        <a:t>KUCHÁ</a:t>
                      </a:r>
                      <a:r>
                        <a:rPr lang="sk-SK" sz="1800" dirty="0">
                          <a:solidFill>
                            <a:srgbClr val="FF0000"/>
                          </a:solidFill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800" dirty="0"/>
                        <a:t>KUCHÁR</a:t>
                      </a:r>
                      <a:r>
                        <a:rPr lang="sk-SK" sz="1800" dirty="0">
                          <a:solidFill>
                            <a:srgbClr val="FF0000"/>
                          </a:solidFill>
                        </a:rPr>
                        <a:t>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318223"/>
                  </a:ext>
                </a:extLst>
              </a:tr>
              <a:tr h="466109">
                <a:tc>
                  <a:txBody>
                    <a:bodyPr/>
                    <a:lstStyle/>
                    <a:p>
                      <a:pPr algn="ctr"/>
                      <a:r>
                        <a:rPr lang="sk-SK" sz="1400" b="1" dirty="0"/>
                        <a:t>GENITÍV</a:t>
                      </a:r>
                      <a:r>
                        <a:rPr lang="sk-SK" sz="1400" dirty="0"/>
                        <a:t> (Bez koho? Čoho?)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800" dirty="0"/>
                        <a:t>KUCHÁR</a:t>
                      </a:r>
                      <a:r>
                        <a:rPr lang="sk-SK" sz="1800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800" dirty="0"/>
                        <a:t>KUCHÁR</a:t>
                      </a:r>
                      <a:r>
                        <a:rPr lang="sk-SK" sz="1800" dirty="0">
                          <a:solidFill>
                            <a:srgbClr val="FF0000"/>
                          </a:solidFill>
                        </a:rPr>
                        <a:t>OV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31110"/>
                  </a:ext>
                </a:extLst>
              </a:tr>
              <a:tr h="466109">
                <a:tc>
                  <a:txBody>
                    <a:bodyPr/>
                    <a:lstStyle/>
                    <a:p>
                      <a:pPr algn="ctr"/>
                      <a:r>
                        <a:rPr lang="sk-SK" sz="1400" b="1" dirty="0"/>
                        <a:t>DATÍV </a:t>
                      </a:r>
                      <a:r>
                        <a:rPr lang="sk-SK" sz="1400" dirty="0"/>
                        <a:t>(Komu dám? Čomu dám?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800" dirty="0"/>
                        <a:t>KUCHÁR</a:t>
                      </a:r>
                      <a:r>
                        <a:rPr lang="sk-SK" sz="1800" dirty="0">
                          <a:solidFill>
                            <a:srgbClr val="FF0000"/>
                          </a:solidFill>
                        </a:rPr>
                        <a:t>OVI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800" dirty="0"/>
                        <a:t>KUCHÁR</a:t>
                      </a:r>
                      <a:r>
                        <a:rPr lang="sk-SK" sz="1800" dirty="0">
                          <a:solidFill>
                            <a:srgbClr val="FF0000"/>
                          </a:solidFill>
                        </a:rPr>
                        <a:t>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493541"/>
                  </a:ext>
                </a:extLst>
              </a:tr>
              <a:tr h="466109">
                <a:tc>
                  <a:txBody>
                    <a:bodyPr/>
                    <a:lstStyle/>
                    <a:p>
                      <a:pPr algn="ctr"/>
                      <a:r>
                        <a:rPr lang="sk-SK" sz="1400" b="1" dirty="0"/>
                        <a:t>AKUZATÍV</a:t>
                      </a:r>
                      <a:r>
                        <a:rPr lang="sk-SK" sz="1400" dirty="0"/>
                        <a:t> (Vidím koho? Čo?)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800" dirty="0"/>
                        <a:t>KUCHÁR</a:t>
                      </a:r>
                      <a:r>
                        <a:rPr lang="sk-SK" sz="1800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800" dirty="0"/>
                        <a:t>KUCHÁR</a:t>
                      </a:r>
                      <a:r>
                        <a:rPr lang="sk-SK" sz="1800" dirty="0">
                          <a:solidFill>
                            <a:srgbClr val="FF0000"/>
                          </a:solidFill>
                        </a:rPr>
                        <a:t>OV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712142"/>
                  </a:ext>
                </a:extLst>
              </a:tr>
              <a:tr h="466109">
                <a:tc>
                  <a:txBody>
                    <a:bodyPr/>
                    <a:lstStyle/>
                    <a:p>
                      <a:pPr algn="ctr"/>
                      <a:r>
                        <a:rPr lang="sk-SK" sz="1400" b="1" dirty="0"/>
                        <a:t>LOKÁL </a:t>
                      </a:r>
                      <a:r>
                        <a:rPr lang="sk-SK" sz="1400" dirty="0"/>
                        <a:t>(hovorím o kom? Čom?)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800" dirty="0"/>
                        <a:t>KUCHÁR</a:t>
                      </a:r>
                      <a:r>
                        <a:rPr lang="sk-SK" sz="1800" dirty="0">
                          <a:solidFill>
                            <a:srgbClr val="FF0000"/>
                          </a:solidFill>
                        </a:rPr>
                        <a:t>OVI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800" dirty="0"/>
                        <a:t>KUCHÁR</a:t>
                      </a:r>
                      <a:r>
                        <a:rPr lang="sk-SK" sz="1800" dirty="0">
                          <a:solidFill>
                            <a:srgbClr val="FF0000"/>
                          </a:solidFill>
                        </a:rPr>
                        <a:t>OCH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432484"/>
                  </a:ext>
                </a:extLst>
              </a:tr>
              <a:tr h="512604">
                <a:tc>
                  <a:txBody>
                    <a:bodyPr/>
                    <a:lstStyle/>
                    <a:p>
                      <a:pPr algn="ctr"/>
                      <a:r>
                        <a:rPr lang="sk-SK" sz="1400" b="1" dirty="0"/>
                        <a:t>INŠTRUMENTÁL</a:t>
                      </a:r>
                      <a:r>
                        <a:rPr lang="sk-SK" sz="1400" dirty="0"/>
                        <a:t> (s kým? S čím?)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800" dirty="0"/>
                        <a:t>KUCHÁR</a:t>
                      </a:r>
                      <a:r>
                        <a:rPr lang="sk-SK" sz="1800" dirty="0">
                          <a:solidFill>
                            <a:srgbClr val="FF0000"/>
                          </a:solidFill>
                        </a:rPr>
                        <a:t>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800" dirty="0"/>
                        <a:t>KUCHÁR</a:t>
                      </a:r>
                      <a:r>
                        <a:rPr lang="sk-SK" sz="1800" dirty="0">
                          <a:solidFill>
                            <a:srgbClr val="FF0000"/>
                          </a:solidFill>
                        </a:rPr>
                        <a:t>MI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10380"/>
                  </a:ext>
                </a:extLst>
              </a:tr>
            </a:tbl>
          </a:graphicData>
        </a:graphic>
      </p:graphicFrame>
      <p:sp>
        <p:nvSpPr>
          <p:cNvPr id="6" name="BlokTextu 5">
            <a:extLst>
              <a:ext uri="{FF2B5EF4-FFF2-40B4-BE49-F238E27FC236}">
                <a16:creationId xmlns:a16="http://schemas.microsoft.com/office/drawing/2014/main" id="{79AC457E-1386-42CC-B207-2035741804F6}"/>
              </a:ext>
            </a:extLst>
          </p:cNvPr>
          <p:cNvSpPr txBox="1"/>
          <p:nvPr/>
        </p:nvSpPr>
        <p:spPr>
          <a:xfrm>
            <a:off x="162560" y="1377505"/>
            <a:ext cx="4064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2400" dirty="0">
                <a:solidFill>
                  <a:schemeClr val="bg1"/>
                </a:solidFill>
              </a:rPr>
              <a:t>P</a:t>
            </a:r>
          </a:p>
          <a:p>
            <a:pPr algn="ctr"/>
            <a:r>
              <a:rPr lang="sk-SK" sz="2400" dirty="0">
                <a:solidFill>
                  <a:schemeClr val="bg1"/>
                </a:solidFill>
              </a:rPr>
              <a:t>O</a:t>
            </a:r>
          </a:p>
          <a:p>
            <a:pPr algn="ctr"/>
            <a:r>
              <a:rPr lang="sk-SK" sz="2400" dirty="0">
                <a:solidFill>
                  <a:schemeClr val="bg1"/>
                </a:solidFill>
              </a:rPr>
              <a:t>R</a:t>
            </a:r>
          </a:p>
          <a:p>
            <a:pPr algn="ctr"/>
            <a:r>
              <a:rPr lang="sk-SK" sz="2400" dirty="0">
                <a:solidFill>
                  <a:schemeClr val="bg1"/>
                </a:solidFill>
              </a:rPr>
              <a:t>O</a:t>
            </a:r>
          </a:p>
          <a:p>
            <a:pPr algn="ctr"/>
            <a:r>
              <a:rPr lang="sk-SK" sz="2400" dirty="0">
                <a:solidFill>
                  <a:schemeClr val="bg1"/>
                </a:solidFill>
              </a:rPr>
              <a:t>V</a:t>
            </a:r>
          </a:p>
          <a:p>
            <a:pPr algn="ctr"/>
            <a:r>
              <a:rPr lang="sk-SK" sz="2400" dirty="0">
                <a:solidFill>
                  <a:schemeClr val="bg1"/>
                </a:solidFill>
              </a:rPr>
              <a:t>N</a:t>
            </a:r>
          </a:p>
          <a:p>
            <a:pPr algn="ctr"/>
            <a:r>
              <a:rPr lang="sk-SK" sz="2400" dirty="0">
                <a:solidFill>
                  <a:schemeClr val="bg1"/>
                </a:solidFill>
              </a:rPr>
              <a:t>A</a:t>
            </a:r>
          </a:p>
          <a:p>
            <a:pPr algn="ctr"/>
            <a:r>
              <a:rPr lang="sk-SK" sz="2400" dirty="0">
                <a:solidFill>
                  <a:schemeClr val="bg1"/>
                </a:solidFill>
              </a:rPr>
              <a:t>N</a:t>
            </a:r>
          </a:p>
          <a:p>
            <a:pPr algn="ctr"/>
            <a:r>
              <a:rPr lang="sk-SK" sz="2400" dirty="0">
                <a:solidFill>
                  <a:schemeClr val="bg1"/>
                </a:solidFill>
              </a:rPr>
              <a:t>I</a:t>
            </a:r>
          </a:p>
          <a:p>
            <a:pPr algn="ctr"/>
            <a:r>
              <a:rPr lang="sk-SK" sz="2400" dirty="0">
                <a:solidFill>
                  <a:schemeClr val="bg1"/>
                </a:solidFill>
              </a:rPr>
              <a:t>E</a:t>
            </a:r>
            <a:endParaRPr lang="sk-SK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2507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976055-B043-4D0D-BA45-180D144E5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678" y="5254108"/>
            <a:ext cx="4041682" cy="1492132"/>
          </a:xfrm>
        </p:spPr>
        <p:txBody>
          <a:bodyPr/>
          <a:lstStyle/>
          <a:p>
            <a:r>
              <a:rPr lang="sk-SK" dirty="0"/>
              <a:t>Vzor hrdina</a:t>
            </a:r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56594B54-17DD-4435-95B2-8B9F20B6A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870960" y="314960"/>
            <a:ext cx="4277360" cy="466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377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8E777F-0701-4525-B75B-FE2F3B1B8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0" y="761999"/>
            <a:ext cx="4297680" cy="1112517"/>
          </a:xfrm>
        </p:spPr>
        <p:txBody>
          <a:bodyPr/>
          <a:lstStyle/>
          <a:p>
            <a:r>
              <a:rPr lang="sk-SK" dirty="0"/>
              <a:t>Vzor hrdina</a:t>
            </a:r>
          </a:p>
        </p:txBody>
      </p:sp>
      <p:graphicFrame>
        <p:nvGraphicFramePr>
          <p:cNvPr id="5" name="Tabuľka 5">
            <a:extLst>
              <a:ext uri="{FF2B5EF4-FFF2-40B4-BE49-F238E27FC236}">
                <a16:creationId xmlns:a16="http://schemas.microsoft.com/office/drawing/2014/main" id="{960DDB6C-6A64-4ACC-89BE-5E0C0B0E8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463611"/>
              </p:ext>
            </p:extLst>
          </p:nvPr>
        </p:nvGraphicFramePr>
        <p:xfrm>
          <a:off x="1473200" y="2397760"/>
          <a:ext cx="9723121" cy="415253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433477">
                  <a:extLst>
                    <a:ext uri="{9D8B030D-6E8A-4147-A177-3AD203B41FA5}">
                      <a16:colId xmlns:a16="http://schemas.microsoft.com/office/drawing/2014/main" val="1295087280"/>
                    </a:ext>
                  </a:extLst>
                </a:gridCol>
                <a:gridCol w="3045228">
                  <a:extLst>
                    <a:ext uri="{9D8B030D-6E8A-4147-A177-3AD203B41FA5}">
                      <a16:colId xmlns:a16="http://schemas.microsoft.com/office/drawing/2014/main" val="1276951675"/>
                    </a:ext>
                  </a:extLst>
                </a:gridCol>
                <a:gridCol w="3244416">
                  <a:extLst>
                    <a:ext uri="{9D8B030D-6E8A-4147-A177-3AD203B41FA5}">
                      <a16:colId xmlns:a16="http://schemas.microsoft.com/office/drawing/2014/main" val="3016107255"/>
                    </a:ext>
                  </a:extLst>
                </a:gridCol>
              </a:tblGrid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Vzor HRDINA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jednotné číslo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množné číslo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424453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NOMINATÍV</a:t>
                      </a:r>
                      <a:r>
                        <a:rPr lang="sk-SK" dirty="0"/>
                        <a:t> (Kto? Čo?)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318223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GENITÍV</a:t>
                      </a:r>
                      <a:r>
                        <a:rPr lang="sk-SK" dirty="0"/>
                        <a:t> (Bez koho? Čoho?)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31110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DATÍV </a:t>
                      </a:r>
                      <a:r>
                        <a:rPr lang="sk-SK" dirty="0"/>
                        <a:t>(Komu dám? Čomu dám?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493541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AKUZATÍV</a:t>
                      </a:r>
                      <a:r>
                        <a:rPr lang="sk-SK" dirty="0"/>
                        <a:t> (Vidím koho? Čo?)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712142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LOKÁL </a:t>
                      </a:r>
                      <a:r>
                        <a:rPr lang="sk-SK" dirty="0"/>
                        <a:t>(hovorím o kom? Čom?)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432484"/>
                  </a:ext>
                </a:extLst>
              </a:tr>
              <a:tr h="643228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INŠTRUMENTÁL</a:t>
                      </a:r>
                      <a:r>
                        <a:rPr lang="sk-SK" dirty="0"/>
                        <a:t> (s kým? S čím?)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10380"/>
                  </a:ext>
                </a:extLst>
              </a:tr>
            </a:tbl>
          </a:graphicData>
        </a:graphic>
      </p:graphicFrame>
      <p:pic>
        <p:nvPicPr>
          <p:cNvPr id="6" name="Obrázok 5">
            <a:extLst>
              <a:ext uri="{FF2B5EF4-FFF2-40B4-BE49-F238E27FC236}">
                <a16:creationId xmlns:a16="http://schemas.microsoft.com/office/drawing/2014/main" id="{5E73B57B-7B12-4856-ABA0-D3A0772C42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401436" y="-50800"/>
            <a:ext cx="1996564" cy="2177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032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8E777F-0701-4525-B75B-FE2F3B1B8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0" y="761999"/>
            <a:ext cx="4297680" cy="1112517"/>
          </a:xfrm>
        </p:spPr>
        <p:txBody>
          <a:bodyPr/>
          <a:lstStyle/>
          <a:p>
            <a:r>
              <a:rPr lang="sk-SK" dirty="0"/>
              <a:t>Vzor hrdina</a:t>
            </a:r>
          </a:p>
        </p:txBody>
      </p:sp>
      <p:graphicFrame>
        <p:nvGraphicFramePr>
          <p:cNvPr id="5" name="Tabuľka 5">
            <a:extLst>
              <a:ext uri="{FF2B5EF4-FFF2-40B4-BE49-F238E27FC236}">
                <a16:creationId xmlns:a16="http://schemas.microsoft.com/office/drawing/2014/main" id="{960DDB6C-6A64-4ACC-89BE-5E0C0B0E8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225198"/>
              </p:ext>
            </p:extLst>
          </p:nvPr>
        </p:nvGraphicFramePr>
        <p:xfrm>
          <a:off x="1473200" y="2397760"/>
          <a:ext cx="9723121" cy="415253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433477">
                  <a:extLst>
                    <a:ext uri="{9D8B030D-6E8A-4147-A177-3AD203B41FA5}">
                      <a16:colId xmlns:a16="http://schemas.microsoft.com/office/drawing/2014/main" val="1295087280"/>
                    </a:ext>
                  </a:extLst>
                </a:gridCol>
                <a:gridCol w="3045228">
                  <a:extLst>
                    <a:ext uri="{9D8B030D-6E8A-4147-A177-3AD203B41FA5}">
                      <a16:colId xmlns:a16="http://schemas.microsoft.com/office/drawing/2014/main" val="1276951675"/>
                    </a:ext>
                  </a:extLst>
                </a:gridCol>
                <a:gridCol w="3244416">
                  <a:extLst>
                    <a:ext uri="{9D8B030D-6E8A-4147-A177-3AD203B41FA5}">
                      <a16:colId xmlns:a16="http://schemas.microsoft.com/office/drawing/2014/main" val="3016107255"/>
                    </a:ext>
                  </a:extLst>
                </a:gridCol>
              </a:tblGrid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Vzor HRDINA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jednotné číslo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množné číslo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424453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NOMINATÍV</a:t>
                      </a:r>
                      <a:r>
                        <a:rPr lang="sk-SK" dirty="0"/>
                        <a:t> (Kto? Čo?)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HRDIN</a:t>
                      </a:r>
                      <a:r>
                        <a:rPr lang="sk-SK" sz="2400" b="1" dirty="0">
                          <a:solidFill>
                            <a:srgbClr val="00B050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HRDIN</a:t>
                      </a:r>
                      <a:r>
                        <a:rPr lang="sk-SK" sz="2400" b="1" dirty="0">
                          <a:solidFill>
                            <a:srgbClr val="FF0000"/>
                          </a:solidFill>
                        </a:rPr>
                        <a:t>OVIA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318223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GENITÍV</a:t>
                      </a:r>
                      <a:r>
                        <a:rPr lang="sk-SK" dirty="0"/>
                        <a:t> (Bez koho? Čoho?)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(bez) HRDIN</a:t>
                      </a:r>
                      <a:r>
                        <a:rPr lang="sk-SK" sz="2400" b="1" dirty="0">
                          <a:solidFill>
                            <a:srgbClr val="00B050"/>
                          </a:solidFill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(bez) HRDIN</a:t>
                      </a:r>
                      <a:r>
                        <a:rPr lang="sk-SK" sz="2400" b="1" dirty="0">
                          <a:solidFill>
                            <a:srgbClr val="FF0000"/>
                          </a:solidFill>
                        </a:rPr>
                        <a:t>OV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31110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DATÍV </a:t>
                      </a:r>
                      <a:r>
                        <a:rPr lang="sk-SK" dirty="0"/>
                        <a:t>(Komu dám? Čomu dám?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(dám) HRDIN</a:t>
                      </a:r>
                      <a:r>
                        <a:rPr lang="sk-SK" sz="2400" b="1" dirty="0">
                          <a:solidFill>
                            <a:srgbClr val="FF0000"/>
                          </a:solidFill>
                        </a:rPr>
                        <a:t>OVI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(dám) HRDIN</a:t>
                      </a:r>
                      <a:r>
                        <a:rPr lang="sk-SK" sz="2400" b="1" dirty="0">
                          <a:solidFill>
                            <a:srgbClr val="FF0000"/>
                          </a:solidFill>
                        </a:rPr>
                        <a:t>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493541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AKUZATÍV</a:t>
                      </a:r>
                      <a:r>
                        <a:rPr lang="sk-SK" dirty="0"/>
                        <a:t> (Vidím koho? Čo?)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(vidím) HRDIN</a:t>
                      </a:r>
                      <a:r>
                        <a:rPr lang="sk-SK" sz="2400" b="1" dirty="0">
                          <a:solidFill>
                            <a:srgbClr val="00B050"/>
                          </a:solidFill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(vidím) HRDIN</a:t>
                      </a:r>
                      <a:r>
                        <a:rPr lang="sk-SK" sz="2400" b="1" dirty="0">
                          <a:solidFill>
                            <a:srgbClr val="FF0000"/>
                          </a:solidFill>
                        </a:rPr>
                        <a:t>OV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712142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LOKÁL </a:t>
                      </a:r>
                      <a:r>
                        <a:rPr lang="sk-SK" dirty="0"/>
                        <a:t>(hovorím o kom? Čom?)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(o) HRDIN</a:t>
                      </a:r>
                      <a:r>
                        <a:rPr lang="sk-SK" sz="2400" b="1" dirty="0">
                          <a:solidFill>
                            <a:srgbClr val="FF0000"/>
                          </a:solidFill>
                        </a:rPr>
                        <a:t>OVI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(o) HRDIN</a:t>
                      </a:r>
                      <a:r>
                        <a:rPr lang="sk-SK" sz="2400" b="1" dirty="0">
                          <a:solidFill>
                            <a:srgbClr val="FF0000"/>
                          </a:solidFill>
                        </a:rPr>
                        <a:t>OCH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432484"/>
                  </a:ext>
                </a:extLst>
              </a:tr>
              <a:tr h="643228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INŠTRUMENTÁL</a:t>
                      </a:r>
                      <a:r>
                        <a:rPr lang="sk-SK" dirty="0"/>
                        <a:t> (s kým? S čím?)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(s) HRDIN</a:t>
                      </a:r>
                      <a:r>
                        <a:rPr lang="sk-SK" sz="2400" b="1" dirty="0">
                          <a:solidFill>
                            <a:srgbClr val="FF0000"/>
                          </a:solidFill>
                        </a:rPr>
                        <a:t>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(s) HRDIN</a:t>
                      </a:r>
                      <a:r>
                        <a:rPr lang="sk-SK" sz="2400" b="1" dirty="0">
                          <a:solidFill>
                            <a:srgbClr val="00B050"/>
                          </a:solidFill>
                        </a:rPr>
                        <a:t>AMI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10380"/>
                  </a:ext>
                </a:extLst>
              </a:tr>
            </a:tbl>
          </a:graphicData>
        </a:graphic>
      </p:graphicFrame>
      <p:pic>
        <p:nvPicPr>
          <p:cNvPr id="6" name="Obrázok 5">
            <a:extLst>
              <a:ext uri="{FF2B5EF4-FFF2-40B4-BE49-F238E27FC236}">
                <a16:creationId xmlns:a16="http://schemas.microsoft.com/office/drawing/2014/main" id="{5E73B57B-7B12-4856-ABA0-D3A0772C42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199120" y="0"/>
            <a:ext cx="1996564" cy="2177346"/>
          </a:xfrm>
          <a:prstGeom prst="rect">
            <a:avLst/>
          </a:prstGeom>
        </p:spPr>
      </p:pic>
      <p:sp>
        <p:nvSpPr>
          <p:cNvPr id="7" name="BlokTextu 6">
            <a:extLst>
              <a:ext uri="{FF2B5EF4-FFF2-40B4-BE49-F238E27FC236}">
                <a16:creationId xmlns:a16="http://schemas.microsoft.com/office/drawing/2014/main" id="{3CBF0CE1-AD95-4580-BED2-513943771DC7}"/>
              </a:ext>
            </a:extLst>
          </p:cNvPr>
          <p:cNvSpPr txBox="1"/>
          <p:nvPr/>
        </p:nvSpPr>
        <p:spPr>
          <a:xfrm>
            <a:off x="1239520" y="68377"/>
            <a:ext cx="3017520" cy="193899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k-SK" sz="2000" b="1" dirty="0"/>
              <a:t>N jednotné číslo</a:t>
            </a:r>
          </a:p>
          <a:p>
            <a:pPr algn="ctr"/>
            <a:r>
              <a:rPr lang="sk-SK" sz="2000" dirty="0"/>
              <a:t>samohláska -a</a:t>
            </a:r>
            <a:endParaRPr lang="sk-SK" sz="2000" b="1" dirty="0"/>
          </a:p>
          <a:p>
            <a:pPr algn="ctr"/>
            <a:r>
              <a:rPr lang="sk-SK" sz="2000" b="1" dirty="0"/>
              <a:t>G,A jednotné číslo</a:t>
            </a:r>
          </a:p>
          <a:p>
            <a:pPr algn="ctr"/>
            <a:r>
              <a:rPr lang="sk-SK" sz="2000" dirty="0"/>
              <a:t>-u</a:t>
            </a:r>
          </a:p>
          <a:p>
            <a:pPr algn="ctr"/>
            <a:r>
              <a:rPr lang="sk-SK" sz="2000" b="1" dirty="0"/>
              <a:t>I množné číslo</a:t>
            </a:r>
          </a:p>
          <a:p>
            <a:pPr algn="ctr"/>
            <a:r>
              <a:rPr lang="sk-SK" sz="2000" dirty="0"/>
              <a:t>-</a:t>
            </a:r>
            <a:r>
              <a:rPr lang="sk-SK" sz="2000" dirty="0" err="1"/>
              <a:t>ami</a:t>
            </a:r>
            <a:endParaRPr lang="sk-SK" sz="2000" dirty="0"/>
          </a:p>
        </p:txBody>
      </p:sp>
      <p:sp>
        <p:nvSpPr>
          <p:cNvPr id="3" name="BlokTextu 2">
            <a:extLst>
              <a:ext uri="{FF2B5EF4-FFF2-40B4-BE49-F238E27FC236}">
                <a16:creationId xmlns:a16="http://schemas.microsoft.com/office/drawing/2014/main" id="{620399D3-A766-4ECE-979A-CA450357F5DD}"/>
              </a:ext>
            </a:extLst>
          </p:cNvPr>
          <p:cNvSpPr txBox="1"/>
          <p:nvPr/>
        </p:nvSpPr>
        <p:spPr>
          <a:xfrm>
            <a:off x="5273040" y="1532390"/>
            <a:ext cx="2306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000" b="1" dirty="0">
                <a:solidFill>
                  <a:srgbClr val="00B050"/>
                </a:solidFill>
              </a:rPr>
              <a:t>rozdiel oproti vzoru CHLAP</a:t>
            </a:r>
          </a:p>
        </p:txBody>
      </p:sp>
    </p:spTree>
    <p:extLst>
      <p:ext uri="{BB962C8B-B14F-4D97-AF65-F5344CB8AC3E}">
        <p14:creationId xmlns:p14="http://schemas.microsoft.com/office/powerpoint/2010/main" val="3228368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7D208C0-70CE-47FC-BD4B-0EAC9C0CA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Vyskloňuj podstatné meno </a:t>
            </a:r>
            <a:r>
              <a:rPr lang="sk-SK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ROZHODCA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aphicFrame>
        <p:nvGraphicFramePr>
          <p:cNvPr id="4" name="Tabuľka 5">
            <a:extLst>
              <a:ext uri="{FF2B5EF4-FFF2-40B4-BE49-F238E27FC236}">
                <a16:creationId xmlns:a16="http://schemas.microsoft.com/office/drawing/2014/main" id="{7CA72708-6215-44A3-A7F1-9321C1667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375176"/>
              </p:ext>
            </p:extLst>
          </p:nvPr>
        </p:nvGraphicFramePr>
        <p:xfrm>
          <a:off x="1251678" y="2214880"/>
          <a:ext cx="9723121" cy="415253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433477">
                  <a:extLst>
                    <a:ext uri="{9D8B030D-6E8A-4147-A177-3AD203B41FA5}">
                      <a16:colId xmlns:a16="http://schemas.microsoft.com/office/drawing/2014/main" val="1295087280"/>
                    </a:ext>
                  </a:extLst>
                </a:gridCol>
                <a:gridCol w="3045228">
                  <a:extLst>
                    <a:ext uri="{9D8B030D-6E8A-4147-A177-3AD203B41FA5}">
                      <a16:colId xmlns:a16="http://schemas.microsoft.com/office/drawing/2014/main" val="1276951675"/>
                    </a:ext>
                  </a:extLst>
                </a:gridCol>
                <a:gridCol w="3244416">
                  <a:extLst>
                    <a:ext uri="{9D8B030D-6E8A-4147-A177-3AD203B41FA5}">
                      <a16:colId xmlns:a16="http://schemas.microsoft.com/office/drawing/2014/main" val="3016107255"/>
                    </a:ext>
                  </a:extLst>
                </a:gridCol>
              </a:tblGrid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Vzor HRDINA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jednotné číslo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množné číslo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424453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NOMINATÍV</a:t>
                      </a:r>
                      <a:r>
                        <a:rPr lang="sk-SK" dirty="0"/>
                        <a:t> (Kto? Čo?)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318223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GENITÍV</a:t>
                      </a:r>
                      <a:r>
                        <a:rPr lang="sk-SK" dirty="0"/>
                        <a:t> (Bez koho? Čoho?)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31110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DATÍV </a:t>
                      </a:r>
                      <a:r>
                        <a:rPr lang="sk-SK" dirty="0"/>
                        <a:t>(Komu dám? Čomu dám?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493541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AKUZATÍV</a:t>
                      </a:r>
                      <a:r>
                        <a:rPr lang="sk-SK" dirty="0"/>
                        <a:t> (Vidím koho? Čo?)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712142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LOKÁL </a:t>
                      </a:r>
                      <a:r>
                        <a:rPr lang="sk-SK" dirty="0"/>
                        <a:t>(hovorím o kom? Čom?)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432484"/>
                  </a:ext>
                </a:extLst>
              </a:tr>
              <a:tr h="643228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INŠTRUMENTÁL</a:t>
                      </a:r>
                      <a:r>
                        <a:rPr lang="sk-SK" dirty="0"/>
                        <a:t> (s kým? S čím?)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10380"/>
                  </a:ext>
                </a:extLst>
              </a:tr>
            </a:tbl>
          </a:graphicData>
        </a:graphic>
      </p:graphicFrame>
      <p:pic>
        <p:nvPicPr>
          <p:cNvPr id="6" name="Obrázok 5">
            <a:extLst>
              <a:ext uri="{FF2B5EF4-FFF2-40B4-BE49-F238E27FC236}">
                <a16:creationId xmlns:a16="http://schemas.microsoft.com/office/drawing/2014/main" id="{8583FA85-DF10-4A21-BB24-1F945CA1F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rot="694893">
            <a:off x="9889624" y="682571"/>
            <a:ext cx="2101396" cy="186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545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7D208C0-70CE-47FC-BD4B-0EAC9C0CA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Vyskloňuj podstatné meno </a:t>
            </a:r>
            <a:r>
              <a:rPr lang="sk-SK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ROZHODCA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aphicFrame>
        <p:nvGraphicFramePr>
          <p:cNvPr id="4" name="Tabuľka 5">
            <a:extLst>
              <a:ext uri="{FF2B5EF4-FFF2-40B4-BE49-F238E27FC236}">
                <a16:creationId xmlns:a16="http://schemas.microsoft.com/office/drawing/2014/main" id="{7CA72708-6215-44A3-A7F1-9321C1667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987724"/>
              </p:ext>
            </p:extLst>
          </p:nvPr>
        </p:nvGraphicFramePr>
        <p:xfrm>
          <a:off x="1251678" y="2214880"/>
          <a:ext cx="9723121" cy="415253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433477">
                  <a:extLst>
                    <a:ext uri="{9D8B030D-6E8A-4147-A177-3AD203B41FA5}">
                      <a16:colId xmlns:a16="http://schemas.microsoft.com/office/drawing/2014/main" val="1295087280"/>
                    </a:ext>
                  </a:extLst>
                </a:gridCol>
                <a:gridCol w="3045228">
                  <a:extLst>
                    <a:ext uri="{9D8B030D-6E8A-4147-A177-3AD203B41FA5}">
                      <a16:colId xmlns:a16="http://schemas.microsoft.com/office/drawing/2014/main" val="1276951675"/>
                    </a:ext>
                  </a:extLst>
                </a:gridCol>
                <a:gridCol w="3244416">
                  <a:extLst>
                    <a:ext uri="{9D8B030D-6E8A-4147-A177-3AD203B41FA5}">
                      <a16:colId xmlns:a16="http://schemas.microsoft.com/office/drawing/2014/main" val="3016107255"/>
                    </a:ext>
                  </a:extLst>
                </a:gridCol>
              </a:tblGrid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Vzor HRDINA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jednotné číslo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množné číslo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424453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NOMINATÍV</a:t>
                      </a:r>
                      <a:r>
                        <a:rPr lang="sk-SK" dirty="0"/>
                        <a:t> (Kto? Čo?)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800" dirty="0"/>
                        <a:t>ROZHODC</a:t>
                      </a:r>
                      <a:r>
                        <a:rPr lang="sk-SK" sz="2800" b="1" dirty="0">
                          <a:solidFill>
                            <a:srgbClr val="00B050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800" dirty="0"/>
                        <a:t>ROZHODCOVIA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318223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GENITÍV</a:t>
                      </a:r>
                      <a:r>
                        <a:rPr lang="sk-SK" dirty="0"/>
                        <a:t> (Bez koho? Čoho?)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800" dirty="0"/>
                        <a:t>ROZHODC</a:t>
                      </a:r>
                      <a:r>
                        <a:rPr lang="sk-SK" sz="2800" b="1" dirty="0">
                          <a:solidFill>
                            <a:srgbClr val="00B050"/>
                          </a:solidFill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800" dirty="0"/>
                        <a:t>ROZHODCOV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31110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DATÍV </a:t>
                      </a:r>
                      <a:r>
                        <a:rPr lang="sk-SK" dirty="0"/>
                        <a:t>(Komu dám? Čomu dám?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800" dirty="0"/>
                        <a:t>ROZHODCOVI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800" dirty="0"/>
                        <a:t>ROZHODCOM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493541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AKUZATÍV</a:t>
                      </a:r>
                      <a:r>
                        <a:rPr lang="sk-SK" dirty="0"/>
                        <a:t> (Vidím koho? Čo?)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800" dirty="0"/>
                        <a:t>ROZHODC</a:t>
                      </a:r>
                      <a:r>
                        <a:rPr lang="sk-SK" sz="2800" b="1" dirty="0">
                          <a:solidFill>
                            <a:srgbClr val="00B050"/>
                          </a:solidFill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800" dirty="0"/>
                        <a:t>ROZHODCOV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712142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LOKÁL </a:t>
                      </a:r>
                      <a:r>
                        <a:rPr lang="sk-SK" dirty="0"/>
                        <a:t>(hovorím o kom? Čom?)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800" dirty="0"/>
                        <a:t>ROZHODCOVI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800" dirty="0"/>
                        <a:t>ROZHODCOCH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432484"/>
                  </a:ext>
                </a:extLst>
              </a:tr>
              <a:tr h="643228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INŠTRUMENTÁL</a:t>
                      </a:r>
                      <a:r>
                        <a:rPr lang="sk-SK" dirty="0"/>
                        <a:t> (s kým? S čím?)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800" dirty="0"/>
                        <a:t>ROZHODCOM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800" dirty="0"/>
                        <a:t>ROZHODC</a:t>
                      </a:r>
                      <a:r>
                        <a:rPr lang="sk-SK" sz="2800" b="1" dirty="0">
                          <a:solidFill>
                            <a:srgbClr val="00B050"/>
                          </a:solidFill>
                        </a:rPr>
                        <a:t>AMI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10380"/>
                  </a:ext>
                </a:extLst>
              </a:tr>
            </a:tbl>
          </a:graphicData>
        </a:graphic>
      </p:graphicFrame>
      <p:pic>
        <p:nvPicPr>
          <p:cNvPr id="6" name="Obrázok 5">
            <a:extLst>
              <a:ext uri="{FF2B5EF4-FFF2-40B4-BE49-F238E27FC236}">
                <a16:creationId xmlns:a16="http://schemas.microsoft.com/office/drawing/2014/main" id="{8583FA85-DF10-4A21-BB24-1F945CA1F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rot="694893">
            <a:off x="9889624" y="682571"/>
            <a:ext cx="2101396" cy="186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903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51A1557-E34F-49E7-945F-E8A0813C0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26504"/>
            <a:ext cx="10178322" cy="1492132"/>
          </a:xfrm>
        </p:spPr>
        <p:txBody>
          <a:bodyPr/>
          <a:lstStyle/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Urč rod, životnosť a vzor podstatných mien.</a:t>
            </a:r>
          </a:p>
        </p:txBody>
      </p:sp>
      <p:graphicFrame>
        <p:nvGraphicFramePr>
          <p:cNvPr id="4" name="Tabuľka 4">
            <a:extLst>
              <a:ext uri="{FF2B5EF4-FFF2-40B4-BE49-F238E27FC236}">
                <a16:creationId xmlns:a16="http://schemas.microsoft.com/office/drawing/2014/main" id="{E4DE1E55-BE84-4254-951E-D804383BC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592103"/>
              </p:ext>
            </p:extLst>
          </p:nvPr>
        </p:nvGraphicFramePr>
        <p:xfrm>
          <a:off x="1251678" y="1960879"/>
          <a:ext cx="9824720" cy="4346174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456180">
                  <a:extLst>
                    <a:ext uri="{9D8B030D-6E8A-4147-A177-3AD203B41FA5}">
                      <a16:colId xmlns:a16="http://schemas.microsoft.com/office/drawing/2014/main" val="170745419"/>
                    </a:ext>
                  </a:extLst>
                </a:gridCol>
                <a:gridCol w="2456180">
                  <a:extLst>
                    <a:ext uri="{9D8B030D-6E8A-4147-A177-3AD203B41FA5}">
                      <a16:colId xmlns:a16="http://schemas.microsoft.com/office/drawing/2014/main" val="3419281572"/>
                    </a:ext>
                  </a:extLst>
                </a:gridCol>
                <a:gridCol w="2456180">
                  <a:extLst>
                    <a:ext uri="{9D8B030D-6E8A-4147-A177-3AD203B41FA5}">
                      <a16:colId xmlns:a16="http://schemas.microsoft.com/office/drawing/2014/main" val="3799020372"/>
                    </a:ext>
                  </a:extLst>
                </a:gridCol>
                <a:gridCol w="2456180">
                  <a:extLst>
                    <a:ext uri="{9D8B030D-6E8A-4147-A177-3AD203B41FA5}">
                      <a16:colId xmlns:a16="http://schemas.microsoft.com/office/drawing/2014/main" val="1750684680"/>
                    </a:ext>
                  </a:extLst>
                </a:gridCol>
              </a:tblGrid>
              <a:tr h="693189"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Podstatné meno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ROD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ŽIVOTNOSŤ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VZOR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7993555"/>
                  </a:ext>
                </a:extLst>
              </a:tr>
              <a:tr h="693189">
                <a:tc>
                  <a:txBody>
                    <a:bodyPr/>
                    <a:lstStyle/>
                    <a:p>
                      <a:pPr algn="ctr"/>
                      <a:r>
                        <a:rPr lang="sk-SK" sz="2400" b="1" dirty="0">
                          <a:solidFill>
                            <a:srgbClr val="0070C0"/>
                          </a:solidFill>
                        </a:rPr>
                        <a:t>SUDCA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8104431"/>
                  </a:ext>
                </a:extLst>
              </a:tr>
              <a:tr h="777703">
                <a:tc>
                  <a:txBody>
                    <a:bodyPr/>
                    <a:lstStyle/>
                    <a:p>
                      <a:pPr algn="ctr"/>
                      <a:r>
                        <a:rPr lang="sk-SK" sz="2400" b="1" dirty="0">
                          <a:solidFill>
                            <a:srgbClr val="0070C0"/>
                          </a:solidFill>
                        </a:rPr>
                        <a:t>REČNÍK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0407350"/>
                  </a:ext>
                </a:extLst>
              </a:tr>
              <a:tr h="795715">
                <a:tc>
                  <a:txBody>
                    <a:bodyPr/>
                    <a:lstStyle/>
                    <a:p>
                      <a:pPr algn="ctr"/>
                      <a:r>
                        <a:rPr lang="sk-SK" sz="2400" b="1" dirty="0">
                          <a:solidFill>
                            <a:srgbClr val="0070C0"/>
                          </a:solidFill>
                        </a:rPr>
                        <a:t>MAJITEĽ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0526261"/>
                  </a:ext>
                </a:extLst>
              </a:tr>
              <a:tr h="693189">
                <a:tc>
                  <a:txBody>
                    <a:bodyPr/>
                    <a:lstStyle/>
                    <a:p>
                      <a:pPr algn="ctr"/>
                      <a:r>
                        <a:rPr lang="sk-SK" sz="2400" b="1" dirty="0">
                          <a:solidFill>
                            <a:srgbClr val="0070C0"/>
                          </a:solidFill>
                        </a:rPr>
                        <a:t>MIŠO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927294"/>
                  </a:ext>
                </a:extLst>
              </a:tr>
              <a:tr h="693189">
                <a:tc>
                  <a:txBody>
                    <a:bodyPr/>
                    <a:lstStyle/>
                    <a:p>
                      <a:pPr algn="ctr"/>
                      <a:r>
                        <a:rPr lang="sk-SK" sz="2400" b="1" dirty="0">
                          <a:solidFill>
                            <a:srgbClr val="0070C0"/>
                          </a:solidFill>
                        </a:rPr>
                        <a:t>KLAVIRISTA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5907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87742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51A1557-E34F-49E7-945F-E8A0813C0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26504"/>
            <a:ext cx="10178322" cy="1492132"/>
          </a:xfrm>
        </p:spPr>
        <p:txBody>
          <a:bodyPr/>
          <a:lstStyle/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Urč rod, životnosť a vzor podstatných mien.</a:t>
            </a:r>
          </a:p>
        </p:txBody>
      </p:sp>
      <p:graphicFrame>
        <p:nvGraphicFramePr>
          <p:cNvPr id="4" name="Tabuľka 4">
            <a:extLst>
              <a:ext uri="{FF2B5EF4-FFF2-40B4-BE49-F238E27FC236}">
                <a16:creationId xmlns:a16="http://schemas.microsoft.com/office/drawing/2014/main" id="{E4DE1E55-BE84-4254-951E-D804383BC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800783"/>
              </p:ext>
            </p:extLst>
          </p:nvPr>
        </p:nvGraphicFramePr>
        <p:xfrm>
          <a:off x="1251678" y="1960879"/>
          <a:ext cx="9824720" cy="4582161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456180">
                  <a:extLst>
                    <a:ext uri="{9D8B030D-6E8A-4147-A177-3AD203B41FA5}">
                      <a16:colId xmlns:a16="http://schemas.microsoft.com/office/drawing/2014/main" val="170745419"/>
                    </a:ext>
                  </a:extLst>
                </a:gridCol>
                <a:gridCol w="2456180">
                  <a:extLst>
                    <a:ext uri="{9D8B030D-6E8A-4147-A177-3AD203B41FA5}">
                      <a16:colId xmlns:a16="http://schemas.microsoft.com/office/drawing/2014/main" val="3419281572"/>
                    </a:ext>
                  </a:extLst>
                </a:gridCol>
                <a:gridCol w="2456180">
                  <a:extLst>
                    <a:ext uri="{9D8B030D-6E8A-4147-A177-3AD203B41FA5}">
                      <a16:colId xmlns:a16="http://schemas.microsoft.com/office/drawing/2014/main" val="3799020372"/>
                    </a:ext>
                  </a:extLst>
                </a:gridCol>
                <a:gridCol w="2456180">
                  <a:extLst>
                    <a:ext uri="{9D8B030D-6E8A-4147-A177-3AD203B41FA5}">
                      <a16:colId xmlns:a16="http://schemas.microsoft.com/office/drawing/2014/main" val="1750684680"/>
                    </a:ext>
                  </a:extLst>
                </a:gridCol>
              </a:tblGrid>
              <a:tr h="693189"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Podstatné meno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ROD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ŽIVOTNOSŤ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VZOR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7993555"/>
                  </a:ext>
                </a:extLst>
              </a:tr>
              <a:tr h="597132">
                <a:tc>
                  <a:txBody>
                    <a:bodyPr/>
                    <a:lstStyle/>
                    <a:p>
                      <a:pPr algn="ctr"/>
                      <a:r>
                        <a:rPr lang="sk-SK" sz="2400" b="1" dirty="0">
                          <a:solidFill>
                            <a:srgbClr val="0070C0"/>
                          </a:solidFill>
                        </a:rPr>
                        <a:t>SUDCA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mužský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životné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>
                          <a:solidFill>
                            <a:srgbClr val="00B050"/>
                          </a:solidFill>
                        </a:rPr>
                        <a:t>HRDINA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8104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sk-SK" sz="2400" b="1" dirty="0">
                          <a:solidFill>
                            <a:srgbClr val="0070C0"/>
                          </a:solidFill>
                        </a:rPr>
                        <a:t>REČNÍK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2400" dirty="0"/>
                        <a:t>mužský</a:t>
                      </a:r>
                    </a:p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2400" dirty="0"/>
                        <a:t>životné</a:t>
                      </a:r>
                    </a:p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>
                          <a:solidFill>
                            <a:srgbClr val="FF0000"/>
                          </a:solidFill>
                        </a:rPr>
                        <a:t>CHLAP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0407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sk-SK" sz="2400" b="1" dirty="0">
                          <a:solidFill>
                            <a:srgbClr val="0070C0"/>
                          </a:solidFill>
                        </a:rPr>
                        <a:t>MAJITEĽ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2400" dirty="0"/>
                        <a:t>mužský</a:t>
                      </a:r>
                    </a:p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2400" dirty="0"/>
                        <a:t>životné</a:t>
                      </a:r>
                    </a:p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>
                          <a:solidFill>
                            <a:srgbClr val="FF0000"/>
                          </a:solidFill>
                        </a:rPr>
                        <a:t>CHLAP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0526261"/>
                  </a:ext>
                </a:extLst>
              </a:tr>
              <a:tr h="693189">
                <a:tc>
                  <a:txBody>
                    <a:bodyPr/>
                    <a:lstStyle/>
                    <a:p>
                      <a:pPr algn="ctr"/>
                      <a:r>
                        <a:rPr lang="sk-SK" sz="2400" b="1" dirty="0">
                          <a:solidFill>
                            <a:srgbClr val="0070C0"/>
                          </a:solidFill>
                        </a:rPr>
                        <a:t>MIŠO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2400" dirty="0"/>
                        <a:t>mužský</a:t>
                      </a:r>
                    </a:p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2400" dirty="0"/>
                        <a:t>životné</a:t>
                      </a:r>
                    </a:p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>
                          <a:solidFill>
                            <a:srgbClr val="FF0000"/>
                          </a:solidFill>
                        </a:rPr>
                        <a:t>CHLAP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927294"/>
                  </a:ext>
                </a:extLst>
              </a:tr>
              <a:tr h="693189">
                <a:tc>
                  <a:txBody>
                    <a:bodyPr/>
                    <a:lstStyle/>
                    <a:p>
                      <a:pPr algn="ctr"/>
                      <a:r>
                        <a:rPr lang="sk-SK" sz="2400" b="1" dirty="0">
                          <a:solidFill>
                            <a:srgbClr val="0070C0"/>
                          </a:solidFill>
                        </a:rPr>
                        <a:t>KLAVIRISTA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2400" dirty="0"/>
                        <a:t>mužský</a:t>
                      </a:r>
                    </a:p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2400" dirty="0"/>
                        <a:t>životné</a:t>
                      </a:r>
                    </a:p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>
                          <a:solidFill>
                            <a:srgbClr val="00B050"/>
                          </a:solidFill>
                        </a:rPr>
                        <a:t>HRDINA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5907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2745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828CF1-C360-4EC7-99FE-2D72EF6AD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k-SK" sz="3600" dirty="0">
                <a:latin typeface="Arial" panose="020B0604020202020204" pitchFamily="34" charset="0"/>
                <a:cs typeface="Arial" panose="020B0604020202020204" pitchFamily="34" charset="0"/>
              </a:rPr>
              <a:t>Nájdi vo vete podstatné meno a urč jeho gramatické kategórie a vzor.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262FF61-7145-42E5-9B99-D467FC26C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3838" y="2123441"/>
            <a:ext cx="5819682" cy="75183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/>
          <a:lstStyle/>
          <a:p>
            <a:pPr marL="0" indent="0" algn="ctr">
              <a:buNone/>
            </a:pPr>
            <a:r>
              <a:rPr lang="sk-SK" sz="3600" dirty="0">
                <a:solidFill>
                  <a:schemeClr val="tx1"/>
                </a:solidFill>
              </a:rPr>
              <a:t>Tento čašník bol veľmi milý</a:t>
            </a:r>
            <a:r>
              <a:rPr lang="sk-SK" dirty="0"/>
              <a:t>.</a:t>
            </a:r>
          </a:p>
        </p:txBody>
      </p:sp>
      <p:sp>
        <p:nvSpPr>
          <p:cNvPr id="5" name="Kruh: prázdny 4">
            <a:extLst>
              <a:ext uri="{FF2B5EF4-FFF2-40B4-BE49-F238E27FC236}">
                <a16:creationId xmlns:a16="http://schemas.microsoft.com/office/drawing/2014/main" id="{EB2F6DE4-3CAB-4A2E-B8D3-8D2AAB9A004C}"/>
              </a:ext>
            </a:extLst>
          </p:cNvPr>
          <p:cNvSpPr/>
          <p:nvPr/>
        </p:nvSpPr>
        <p:spPr>
          <a:xfrm>
            <a:off x="4714240" y="2123441"/>
            <a:ext cx="1381760" cy="751839"/>
          </a:xfrm>
          <a:prstGeom prst="donut">
            <a:avLst>
              <a:gd name="adj" fmla="val 6467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>
              <a:solidFill>
                <a:schemeClr val="tx1"/>
              </a:solidFill>
            </a:endParaRP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A8FA4A86-100C-4369-9224-3B62C030439F}"/>
              </a:ext>
            </a:extLst>
          </p:cNvPr>
          <p:cNvSpPr txBox="1"/>
          <p:nvPr/>
        </p:nvSpPr>
        <p:spPr>
          <a:xfrm>
            <a:off x="1564640" y="2916096"/>
            <a:ext cx="2621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600" b="1" dirty="0">
                <a:solidFill>
                  <a:srgbClr val="FF0000"/>
                </a:solidFill>
              </a:rPr>
              <a:t>ČAŠNÍK</a:t>
            </a:r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43D47718-9BF1-4B7A-A936-4D4F38F37C54}"/>
              </a:ext>
            </a:extLst>
          </p:cNvPr>
          <p:cNvSpPr txBox="1"/>
          <p:nvPr/>
        </p:nvSpPr>
        <p:spPr>
          <a:xfrm>
            <a:off x="1564640" y="3585465"/>
            <a:ext cx="1452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dirty="0"/>
              <a:t>ROD - </a:t>
            </a: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C301A59E-A8F8-4983-B8F2-FC95BC7DF691}"/>
              </a:ext>
            </a:extLst>
          </p:cNvPr>
          <p:cNvSpPr txBox="1"/>
          <p:nvPr/>
        </p:nvSpPr>
        <p:spPr>
          <a:xfrm>
            <a:off x="1564640" y="4260929"/>
            <a:ext cx="2621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dirty="0"/>
              <a:t>ŽIVOTNOSŤ - </a:t>
            </a:r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37282692-E429-4130-9854-6A15FA0ABE7B}"/>
              </a:ext>
            </a:extLst>
          </p:cNvPr>
          <p:cNvSpPr txBox="1"/>
          <p:nvPr/>
        </p:nvSpPr>
        <p:spPr>
          <a:xfrm>
            <a:off x="1564640" y="4936393"/>
            <a:ext cx="1452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dirty="0"/>
              <a:t>ČÍSLO - </a:t>
            </a: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5F491C5C-D80A-4EB2-83C8-531C85F74D91}"/>
              </a:ext>
            </a:extLst>
          </p:cNvPr>
          <p:cNvSpPr txBox="1"/>
          <p:nvPr/>
        </p:nvSpPr>
        <p:spPr>
          <a:xfrm>
            <a:off x="1564640" y="5611857"/>
            <a:ext cx="1452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dirty="0"/>
              <a:t>PÁD - </a:t>
            </a:r>
          </a:p>
        </p:txBody>
      </p:sp>
      <p:sp>
        <p:nvSpPr>
          <p:cNvPr id="11" name="BlokTextu 10">
            <a:extLst>
              <a:ext uri="{FF2B5EF4-FFF2-40B4-BE49-F238E27FC236}">
                <a16:creationId xmlns:a16="http://schemas.microsoft.com/office/drawing/2014/main" id="{185575F3-7340-4B16-B9A8-3CAAE166490D}"/>
              </a:ext>
            </a:extLst>
          </p:cNvPr>
          <p:cNvSpPr txBox="1"/>
          <p:nvPr/>
        </p:nvSpPr>
        <p:spPr>
          <a:xfrm>
            <a:off x="1605280" y="6230250"/>
            <a:ext cx="1452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dirty="0"/>
              <a:t>VZOR - </a:t>
            </a:r>
          </a:p>
        </p:txBody>
      </p:sp>
      <p:sp>
        <p:nvSpPr>
          <p:cNvPr id="12" name="BlokTextu 11">
            <a:extLst>
              <a:ext uri="{FF2B5EF4-FFF2-40B4-BE49-F238E27FC236}">
                <a16:creationId xmlns:a16="http://schemas.microsoft.com/office/drawing/2014/main" id="{9F204089-A9C5-46CC-8FF7-C64BFA80774A}"/>
              </a:ext>
            </a:extLst>
          </p:cNvPr>
          <p:cNvSpPr txBox="1"/>
          <p:nvPr/>
        </p:nvSpPr>
        <p:spPr>
          <a:xfrm>
            <a:off x="2875280" y="3573782"/>
            <a:ext cx="1452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mužský</a:t>
            </a:r>
          </a:p>
        </p:txBody>
      </p:sp>
      <p:sp>
        <p:nvSpPr>
          <p:cNvPr id="13" name="BlokTextu 12">
            <a:extLst>
              <a:ext uri="{FF2B5EF4-FFF2-40B4-BE49-F238E27FC236}">
                <a16:creationId xmlns:a16="http://schemas.microsoft.com/office/drawing/2014/main" id="{E08E8938-567C-461C-B4D4-3FA45CB01AC5}"/>
              </a:ext>
            </a:extLst>
          </p:cNvPr>
          <p:cNvSpPr txBox="1"/>
          <p:nvPr/>
        </p:nvSpPr>
        <p:spPr>
          <a:xfrm>
            <a:off x="3972560" y="4260929"/>
            <a:ext cx="3850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životné podstatné meno</a:t>
            </a:r>
          </a:p>
        </p:txBody>
      </p:sp>
      <p:sp>
        <p:nvSpPr>
          <p:cNvPr id="14" name="BlokTextu 13">
            <a:extLst>
              <a:ext uri="{FF2B5EF4-FFF2-40B4-BE49-F238E27FC236}">
                <a16:creationId xmlns:a16="http://schemas.microsoft.com/office/drawing/2014/main" id="{39FE1A7D-EF1C-43AD-827D-D34FA8272269}"/>
              </a:ext>
            </a:extLst>
          </p:cNvPr>
          <p:cNvSpPr txBox="1"/>
          <p:nvPr/>
        </p:nvSpPr>
        <p:spPr>
          <a:xfrm>
            <a:off x="2875280" y="4867639"/>
            <a:ext cx="2722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dirty="0">
                <a:solidFill>
                  <a:schemeClr val="accent4">
                    <a:lumMod val="75000"/>
                  </a:schemeClr>
                </a:solidFill>
              </a:rPr>
              <a:t>jednotné</a:t>
            </a:r>
          </a:p>
        </p:txBody>
      </p:sp>
      <p:sp>
        <p:nvSpPr>
          <p:cNvPr id="15" name="BlokTextu 14">
            <a:extLst>
              <a:ext uri="{FF2B5EF4-FFF2-40B4-BE49-F238E27FC236}">
                <a16:creationId xmlns:a16="http://schemas.microsoft.com/office/drawing/2014/main" id="{93CBC100-85A4-47C2-88A8-C213BC5EB221}"/>
              </a:ext>
            </a:extLst>
          </p:cNvPr>
          <p:cNvSpPr txBox="1"/>
          <p:nvPr/>
        </p:nvSpPr>
        <p:spPr>
          <a:xfrm>
            <a:off x="2682240" y="5611857"/>
            <a:ext cx="3007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dirty="0">
                <a:solidFill>
                  <a:srgbClr val="00B050"/>
                </a:solidFill>
              </a:rPr>
              <a:t>NOMINATÍV</a:t>
            </a:r>
          </a:p>
        </p:txBody>
      </p:sp>
      <p:sp>
        <p:nvSpPr>
          <p:cNvPr id="16" name="BlokTextu 15">
            <a:extLst>
              <a:ext uri="{FF2B5EF4-FFF2-40B4-BE49-F238E27FC236}">
                <a16:creationId xmlns:a16="http://schemas.microsoft.com/office/drawing/2014/main" id="{546A9FA5-5E09-4156-9364-43F2AF3BF298}"/>
              </a:ext>
            </a:extLst>
          </p:cNvPr>
          <p:cNvSpPr txBox="1"/>
          <p:nvPr/>
        </p:nvSpPr>
        <p:spPr>
          <a:xfrm>
            <a:off x="3058160" y="6214005"/>
            <a:ext cx="1452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CHLAP</a:t>
            </a:r>
          </a:p>
        </p:txBody>
      </p:sp>
      <p:sp>
        <p:nvSpPr>
          <p:cNvPr id="17" name="BlokTextu 16">
            <a:extLst>
              <a:ext uri="{FF2B5EF4-FFF2-40B4-BE49-F238E27FC236}">
                <a16:creationId xmlns:a16="http://schemas.microsoft.com/office/drawing/2014/main" id="{4C113EA4-7E6C-4AFE-90E7-78FCD7B34DC6}"/>
              </a:ext>
            </a:extLst>
          </p:cNvPr>
          <p:cNvSpPr txBox="1"/>
          <p:nvPr/>
        </p:nvSpPr>
        <p:spPr>
          <a:xfrm>
            <a:off x="4231640" y="3557537"/>
            <a:ext cx="2814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i="1" dirty="0"/>
              <a:t>(</a:t>
            </a:r>
            <a:r>
              <a:rPr lang="sk-SK" sz="2800" i="1" dirty="0">
                <a:solidFill>
                  <a:srgbClr val="FF0000"/>
                </a:solidFill>
              </a:rPr>
              <a:t>TEN</a:t>
            </a:r>
            <a:r>
              <a:rPr lang="sk-SK" sz="2800" i="1" dirty="0"/>
              <a:t> čašník)</a:t>
            </a:r>
          </a:p>
        </p:txBody>
      </p:sp>
      <p:sp>
        <p:nvSpPr>
          <p:cNvPr id="18" name="BlokTextu 17">
            <a:extLst>
              <a:ext uri="{FF2B5EF4-FFF2-40B4-BE49-F238E27FC236}">
                <a16:creationId xmlns:a16="http://schemas.microsoft.com/office/drawing/2014/main" id="{C883B7BF-3FA4-44C5-A12F-9F1BBE5D3624}"/>
              </a:ext>
            </a:extLst>
          </p:cNvPr>
          <p:cNvSpPr txBox="1"/>
          <p:nvPr/>
        </p:nvSpPr>
        <p:spPr>
          <a:xfrm>
            <a:off x="7599680" y="4260929"/>
            <a:ext cx="2814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i="1" dirty="0"/>
              <a:t>(živá osoba)</a:t>
            </a:r>
          </a:p>
        </p:txBody>
      </p:sp>
      <p:sp>
        <p:nvSpPr>
          <p:cNvPr id="19" name="BlokTextu 18">
            <a:extLst>
              <a:ext uri="{FF2B5EF4-FFF2-40B4-BE49-F238E27FC236}">
                <a16:creationId xmlns:a16="http://schemas.microsoft.com/office/drawing/2014/main" id="{616D6A95-1F7F-4E99-8575-8F127C7989ED}"/>
              </a:ext>
            </a:extLst>
          </p:cNvPr>
          <p:cNvSpPr txBox="1"/>
          <p:nvPr/>
        </p:nvSpPr>
        <p:spPr>
          <a:xfrm>
            <a:off x="4328160" y="4847489"/>
            <a:ext cx="2814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i="1" dirty="0"/>
              <a:t>(je iba jeden)</a:t>
            </a:r>
          </a:p>
        </p:txBody>
      </p:sp>
      <p:sp>
        <p:nvSpPr>
          <p:cNvPr id="20" name="BlokTextu 19">
            <a:extLst>
              <a:ext uri="{FF2B5EF4-FFF2-40B4-BE49-F238E27FC236}">
                <a16:creationId xmlns:a16="http://schemas.microsoft.com/office/drawing/2014/main" id="{0CAA4C8E-0E68-4A56-9478-158F501670C8}"/>
              </a:ext>
            </a:extLst>
          </p:cNvPr>
          <p:cNvSpPr txBox="1"/>
          <p:nvPr/>
        </p:nvSpPr>
        <p:spPr>
          <a:xfrm>
            <a:off x="4933678" y="5480790"/>
            <a:ext cx="50231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i="1" dirty="0"/>
              <a:t>(pýtam sa: </a:t>
            </a:r>
            <a:r>
              <a:rPr lang="sk-SK" sz="2800" i="1" dirty="0">
                <a:solidFill>
                  <a:srgbClr val="FF0000"/>
                </a:solidFill>
              </a:rPr>
              <a:t>KTO</a:t>
            </a:r>
            <a:r>
              <a:rPr lang="sk-SK" sz="2800" i="1" dirty="0"/>
              <a:t> bol veľmi milý?)</a:t>
            </a:r>
          </a:p>
        </p:txBody>
      </p:sp>
      <p:sp>
        <p:nvSpPr>
          <p:cNvPr id="21" name="BlokTextu 20">
            <a:extLst>
              <a:ext uri="{FF2B5EF4-FFF2-40B4-BE49-F238E27FC236}">
                <a16:creationId xmlns:a16="http://schemas.microsoft.com/office/drawing/2014/main" id="{5A22085D-1461-4B29-83FE-DB48A2D07490}"/>
              </a:ext>
            </a:extLst>
          </p:cNvPr>
          <p:cNvSpPr txBox="1"/>
          <p:nvPr/>
        </p:nvSpPr>
        <p:spPr>
          <a:xfrm>
            <a:off x="4630918" y="6177431"/>
            <a:ext cx="4665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i="1" dirty="0"/>
              <a:t>(na konci slova je </a:t>
            </a:r>
            <a:r>
              <a:rPr lang="sk-SK" sz="2800" i="1" dirty="0">
                <a:solidFill>
                  <a:srgbClr val="FF0000"/>
                </a:solidFill>
              </a:rPr>
              <a:t>spoluhláska</a:t>
            </a:r>
            <a:r>
              <a:rPr lang="sk-SK" sz="2800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99423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828CF1-C360-4EC7-99FE-2D72EF6AD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k-SK" sz="3600" dirty="0">
                <a:latin typeface="Arial" panose="020B0604020202020204" pitchFamily="34" charset="0"/>
                <a:cs typeface="Arial" panose="020B0604020202020204" pitchFamily="34" charset="0"/>
              </a:rPr>
              <a:t>Nájdi vo vete podstatné meno a urč jeho gramatické kategórie a vzor.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262FF61-7145-42E5-9B99-D467FC26C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3838" y="2123441"/>
            <a:ext cx="5819682" cy="75183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/>
          <a:lstStyle/>
          <a:p>
            <a:pPr marL="0" indent="0" algn="ctr">
              <a:buNone/>
            </a:pPr>
            <a:r>
              <a:rPr lang="sk-SK" sz="3600" dirty="0">
                <a:solidFill>
                  <a:schemeClr val="tx1"/>
                </a:solidFill>
              </a:rPr>
              <a:t>Bez predajcu si neporadíme</a:t>
            </a:r>
            <a:r>
              <a:rPr lang="sk-SK" dirty="0"/>
              <a:t>.</a:t>
            </a:r>
          </a:p>
        </p:txBody>
      </p:sp>
      <p:sp>
        <p:nvSpPr>
          <p:cNvPr id="5" name="Kruh: prázdny 4">
            <a:extLst>
              <a:ext uri="{FF2B5EF4-FFF2-40B4-BE49-F238E27FC236}">
                <a16:creationId xmlns:a16="http://schemas.microsoft.com/office/drawing/2014/main" id="{EB2F6DE4-3CAB-4A2E-B8D3-8D2AAB9A004C}"/>
              </a:ext>
            </a:extLst>
          </p:cNvPr>
          <p:cNvSpPr/>
          <p:nvPr/>
        </p:nvSpPr>
        <p:spPr>
          <a:xfrm>
            <a:off x="4307840" y="2134796"/>
            <a:ext cx="1788160" cy="751839"/>
          </a:xfrm>
          <a:prstGeom prst="donut">
            <a:avLst>
              <a:gd name="adj" fmla="val 6467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>
              <a:solidFill>
                <a:schemeClr val="tx1"/>
              </a:solidFill>
            </a:endParaRP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A8FA4A86-100C-4369-9224-3B62C030439F}"/>
              </a:ext>
            </a:extLst>
          </p:cNvPr>
          <p:cNvSpPr txBox="1"/>
          <p:nvPr/>
        </p:nvSpPr>
        <p:spPr>
          <a:xfrm>
            <a:off x="1564640" y="2916096"/>
            <a:ext cx="3066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600" b="1" dirty="0">
                <a:solidFill>
                  <a:srgbClr val="FF0000"/>
                </a:solidFill>
              </a:rPr>
              <a:t>PREDAJCA</a:t>
            </a:r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43D47718-9BF1-4B7A-A936-4D4F38F37C54}"/>
              </a:ext>
            </a:extLst>
          </p:cNvPr>
          <p:cNvSpPr txBox="1"/>
          <p:nvPr/>
        </p:nvSpPr>
        <p:spPr>
          <a:xfrm>
            <a:off x="1564640" y="3585465"/>
            <a:ext cx="1452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dirty="0"/>
              <a:t>ROD - </a:t>
            </a: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C301A59E-A8F8-4983-B8F2-FC95BC7DF691}"/>
              </a:ext>
            </a:extLst>
          </p:cNvPr>
          <p:cNvSpPr txBox="1"/>
          <p:nvPr/>
        </p:nvSpPr>
        <p:spPr>
          <a:xfrm>
            <a:off x="1564640" y="4260929"/>
            <a:ext cx="2621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dirty="0"/>
              <a:t>ŽIVOTNOSŤ - </a:t>
            </a:r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37282692-E429-4130-9854-6A15FA0ABE7B}"/>
              </a:ext>
            </a:extLst>
          </p:cNvPr>
          <p:cNvSpPr txBox="1"/>
          <p:nvPr/>
        </p:nvSpPr>
        <p:spPr>
          <a:xfrm>
            <a:off x="1564640" y="4936393"/>
            <a:ext cx="1452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dirty="0"/>
              <a:t>ČÍSLO - </a:t>
            </a: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5F491C5C-D80A-4EB2-83C8-531C85F74D91}"/>
              </a:ext>
            </a:extLst>
          </p:cNvPr>
          <p:cNvSpPr txBox="1"/>
          <p:nvPr/>
        </p:nvSpPr>
        <p:spPr>
          <a:xfrm>
            <a:off x="1564640" y="5611857"/>
            <a:ext cx="1452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dirty="0"/>
              <a:t>PÁD - </a:t>
            </a:r>
          </a:p>
        </p:txBody>
      </p:sp>
      <p:sp>
        <p:nvSpPr>
          <p:cNvPr id="11" name="BlokTextu 10">
            <a:extLst>
              <a:ext uri="{FF2B5EF4-FFF2-40B4-BE49-F238E27FC236}">
                <a16:creationId xmlns:a16="http://schemas.microsoft.com/office/drawing/2014/main" id="{185575F3-7340-4B16-B9A8-3CAAE166490D}"/>
              </a:ext>
            </a:extLst>
          </p:cNvPr>
          <p:cNvSpPr txBox="1"/>
          <p:nvPr/>
        </p:nvSpPr>
        <p:spPr>
          <a:xfrm>
            <a:off x="1605280" y="6230250"/>
            <a:ext cx="1452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dirty="0"/>
              <a:t>VZOR - </a:t>
            </a:r>
          </a:p>
        </p:txBody>
      </p:sp>
      <p:sp>
        <p:nvSpPr>
          <p:cNvPr id="12" name="BlokTextu 11">
            <a:extLst>
              <a:ext uri="{FF2B5EF4-FFF2-40B4-BE49-F238E27FC236}">
                <a16:creationId xmlns:a16="http://schemas.microsoft.com/office/drawing/2014/main" id="{9F204089-A9C5-46CC-8FF7-C64BFA80774A}"/>
              </a:ext>
            </a:extLst>
          </p:cNvPr>
          <p:cNvSpPr txBox="1"/>
          <p:nvPr/>
        </p:nvSpPr>
        <p:spPr>
          <a:xfrm>
            <a:off x="2875280" y="3573782"/>
            <a:ext cx="1452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mužský</a:t>
            </a:r>
          </a:p>
        </p:txBody>
      </p:sp>
      <p:sp>
        <p:nvSpPr>
          <p:cNvPr id="13" name="BlokTextu 12">
            <a:extLst>
              <a:ext uri="{FF2B5EF4-FFF2-40B4-BE49-F238E27FC236}">
                <a16:creationId xmlns:a16="http://schemas.microsoft.com/office/drawing/2014/main" id="{E08E8938-567C-461C-B4D4-3FA45CB01AC5}"/>
              </a:ext>
            </a:extLst>
          </p:cNvPr>
          <p:cNvSpPr txBox="1"/>
          <p:nvPr/>
        </p:nvSpPr>
        <p:spPr>
          <a:xfrm>
            <a:off x="3972560" y="4260929"/>
            <a:ext cx="3850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životné podstatné meno</a:t>
            </a:r>
          </a:p>
        </p:txBody>
      </p:sp>
      <p:sp>
        <p:nvSpPr>
          <p:cNvPr id="14" name="BlokTextu 13">
            <a:extLst>
              <a:ext uri="{FF2B5EF4-FFF2-40B4-BE49-F238E27FC236}">
                <a16:creationId xmlns:a16="http://schemas.microsoft.com/office/drawing/2014/main" id="{39FE1A7D-EF1C-43AD-827D-D34FA8272269}"/>
              </a:ext>
            </a:extLst>
          </p:cNvPr>
          <p:cNvSpPr txBox="1"/>
          <p:nvPr/>
        </p:nvSpPr>
        <p:spPr>
          <a:xfrm>
            <a:off x="2875280" y="4867639"/>
            <a:ext cx="2722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dirty="0">
                <a:solidFill>
                  <a:schemeClr val="accent4">
                    <a:lumMod val="75000"/>
                  </a:schemeClr>
                </a:solidFill>
              </a:rPr>
              <a:t>jednotné</a:t>
            </a:r>
          </a:p>
        </p:txBody>
      </p:sp>
      <p:sp>
        <p:nvSpPr>
          <p:cNvPr id="15" name="BlokTextu 14">
            <a:extLst>
              <a:ext uri="{FF2B5EF4-FFF2-40B4-BE49-F238E27FC236}">
                <a16:creationId xmlns:a16="http://schemas.microsoft.com/office/drawing/2014/main" id="{93CBC100-85A4-47C2-88A8-C213BC5EB221}"/>
              </a:ext>
            </a:extLst>
          </p:cNvPr>
          <p:cNvSpPr txBox="1"/>
          <p:nvPr/>
        </p:nvSpPr>
        <p:spPr>
          <a:xfrm>
            <a:off x="2682240" y="5611857"/>
            <a:ext cx="3007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dirty="0">
                <a:solidFill>
                  <a:srgbClr val="00B050"/>
                </a:solidFill>
              </a:rPr>
              <a:t>GENITÍV</a:t>
            </a:r>
          </a:p>
        </p:txBody>
      </p:sp>
      <p:sp>
        <p:nvSpPr>
          <p:cNvPr id="16" name="BlokTextu 15">
            <a:extLst>
              <a:ext uri="{FF2B5EF4-FFF2-40B4-BE49-F238E27FC236}">
                <a16:creationId xmlns:a16="http://schemas.microsoft.com/office/drawing/2014/main" id="{546A9FA5-5E09-4156-9364-43F2AF3BF298}"/>
              </a:ext>
            </a:extLst>
          </p:cNvPr>
          <p:cNvSpPr txBox="1"/>
          <p:nvPr/>
        </p:nvSpPr>
        <p:spPr>
          <a:xfrm>
            <a:off x="3058160" y="6214005"/>
            <a:ext cx="1717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HRDINA</a:t>
            </a:r>
          </a:p>
        </p:txBody>
      </p:sp>
      <p:sp>
        <p:nvSpPr>
          <p:cNvPr id="17" name="BlokTextu 16">
            <a:extLst>
              <a:ext uri="{FF2B5EF4-FFF2-40B4-BE49-F238E27FC236}">
                <a16:creationId xmlns:a16="http://schemas.microsoft.com/office/drawing/2014/main" id="{4C113EA4-7E6C-4AFE-90E7-78FCD7B34DC6}"/>
              </a:ext>
            </a:extLst>
          </p:cNvPr>
          <p:cNvSpPr txBox="1"/>
          <p:nvPr/>
        </p:nvSpPr>
        <p:spPr>
          <a:xfrm>
            <a:off x="4231640" y="3557537"/>
            <a:ext cx="2814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i="1" dirty="0"/>
              <a:t>(</a:t>
            </a:r>
            <a:r>
              <a:rPr lang="sk-SK" sz="2800" i="1" dirty="0">
                <a:solidFill>
                  <a:srgbClr val="FF0000"/>
                </a:solidFill>
              </a:rPr>
              <a:t>TEN</a:t>
            </a:r>
            <a:r>
              <a:rPr lang="sk-SK" sz="2800" i="1" dirty="0"/>
              <a:t> predajca)</a:t>
            </a:r>
          </a:p>
        </p:txBody>
      </p:sp>
      <p:sp>
        <p:nvSpPr>
          <p:cNvPr id="18" name="BlokTextu 17">
            <a:extLst>
              <a:ext uri="{FF2B5EF4-FFF2-40B4-BE49-F238E27FC236}">
                <a16:creationId xmlns:a16="http://schemas.microsoft.com/office/drawing/2014/main" id="{C883B7BF-3FA4-44C5-A12F-9F1BBE5D3624}"/>
              </a:ext>
            </a:extLst>
          </p:cNvPr>
          <p:cNvSpPr txBox="1"/>
          <p:nvPr/>
        </p:nvSpPr>
        <p:spPr>
          <a:xfrm>
            <a:off x="7599680" y="4260929"/>
            <a:ext cx="2814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i="1" dirty="0"/>
              <a:t>(živá osoba)</a:t>
            </a:r>
          </a:p>
        </p:txBody>
      </p:sp>
      <p:sp>
        <p:nvSpPr>
          <p:cNvPr id="19" name="BlokTextu 18">
            <a:extLst>
              <a:ext uri="{FF2B5EF4-FFF2-40B4-BE49-F238E27FC236}">
                <a16:creationId xmlns:a16="http://schemas.microsoft.com/office/drawing/2014/main" id="{616D6A95-1F7F-4E99-8575-8F127C7989ED}"/>
              </a:ext>
            </a:extLst>
          </p:cNvPr>
          <p:cNvSpPr txBox="1"/>
          <p:nvPr/>
        </p:nvSpPr>
        <p:spPr>
          <a:xfrm>
            <a:off x="4328160" y="4847489"/>
            <a:ext cx="2814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i="1" dirty="0"/>
              <a:t>(je iba jeden)</a:t>
            </a:r>
          </a:p>
        </p:txBody>
      </p:sp>
      <p:sp>
        <p:nvSpPr>
          <p:cNvPr id="20" name="BlokTextu 19">
            <a:extLst>
              <a:ext uri="{FF2B5EF4-FFF2-40B4-BE49-F238E27FC236}">
                <a16:creationId xmlns:a16="http://schemas.microsoft.com/office/drawing/2014/main" id="{0CAA4C8E-0E68-4A56-9478-158F501670C8}"/>
              </a:ext>
            </a:extLst>
          </p:cNvPr>
          <p:cNvSpPr txBox="1"/>
          <p:nvPr/>
        </p:nvSpPr>
        <p:spPr>
          <a:xfrm>
            <a:off x="4405358" y="5522403"/>
            <a:ext cx="61204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i="1" dirty="0"/>
              <a:t>(pýtam sa: </a:t>
            </a:r>
            <a:r>
              <a:rPr lang="sk-SK" sz="2800" i="1" dirty="0">
                <a:solidFill>
                  <a:srgbClr val="FF0000"/>
                </a:solidFill>
              </a:rPr>
              <a:t>BEZ</a:t>
            </a:r>
            <a:r>
              <a:rPr lang="sk-SK" sz="2800" i="1" dirty="0"/>
              <a:t> </a:t>
            </a:r>
            <a:r>
              <a:rPr lang="sk-SK" sz="2800" i="1" dirty="0">
                <a:solidFill>
                  <a:srgbClr val="FF0000"/>
                </a:solidFill>
              </a:rPr>
              <a:t>KOHO</a:t>
            </a:r>
            <a:r>
              <a:rPr lang="sk-SK" sz="2800" i="1" dirty="0"/>
              <a:t> si neporadíme?)</a:t>
            </a:r>
          </a:p>
        </p:txBody>
      </p:sp>
      <p:sp>
        <p:nvSpPr>
          <p:cNvPr id="21" name="BlokTextu 20">
            <a:extLst>
              <a:ext uri="{FF2B5EF4-FFF2-40B4-BE49-F238E27FC236}">
                <a16:creationId xmlns:a16="http://schemas.microsoft.com/office/drawing/2014/main" id="{5A22085D-1461-4B29-83FE-DB48A2D07490}"/>
              </a:ext>
            </a:extLst>
          </p:cNvPr>
          <p:cNvSpPr txBox="1"/>
          <p:nvPr/>
        </p:nvSpPr>
        <p:spPr>
          <a:xfrm>
            <a:off x="4630918" y="6177431"/>
            <a:ext cx="71750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i="1" dirty="0"/>
              <a:t>(na konci slova v NOMINATÍVE je </a:t>
            </a:r>
            <a:r>
              <a:rPr lang="sk-SK" sz="2800" i="1" dirty="0">
                <a:solidFill>
                  <a:srgbClr val="FF0000"/>
                </a:solidFill>
              </a:rPr>
              <a:t>samohláska -a</a:t>
            </a:r>
            <a:r>
              <a:rPr lang="sk-SK" sz="2800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95255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828CF1-C360-4EC7-99FE-2D72EF6AD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k-SK" sz="3600" dirty="0">
                <a:latin typeface="Arial" panose="020B0604020202020204" pitchFamily="34" charset="0"/>
                <a:cs typeface="Arial" panose="020B0604020202020204" pitchFamily="34" charset="0"/>
              </a:rPr>
              <a:t>urč gramatické kategórie a vzor PODSTATNÝCH MIEN.</a:t>
            </a:r>
          </a:p>
        </p:txBody>
      </p:sp>
      <p:graphicFrame>
        <p:nvGraphicFramePr>
          <p:cNvPr id="23" name="Tabuľka 23">
            <a:extLst>
              <a:ext uri="{FF2B5EF4-FFF2-40B4-BE49-F238E27FC236}">
                <a16:creationId xmlns:a16="http://schemas.microsoft.com/office/drawing/2014/main" id="{80BB203C-7027-4E37-9E4C-AED2C2202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850082"/>
              </p:ext>
            </p:extLst>
          </p:nvPr>
        </p:nvGraphicFramePr>
        <p:xfrm>
          <a:off x="1251678" y="1632117"/>
          <a:ext cx="9995442" cy="484349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665907">
                  <a:extLst>
                    <a:ext uri="{9D8B030D-6E8A-4147-A177-3AD203B41FA5}">
                      <a16:colId xmlns:a16="http://schemas.microsoft.com/office/drawing/2014/main" val="2509767777"/>
                    </a:ext>
                  </a:extLst>
                </a:gridCol>
                <a:gridCol w="1461375">
                  <a:extLst>
                    <a:ext uri="{9D8B030D-6E8A-4147-A177-3AD203B41FA5}">
                      <a16:colId xmlns:a16="http://schemas.microsoft.com/office/drawing/2014/main" val="239163667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78301969"/>
                    </a:ext>
                  </a:extLst>
                </a:gridCol>
                <a:gridCol w="1635760">
                  <a:extLst>
                    <a:ext uri="{9D8B030D-6E8A-4147-A177-3AD203B41FA5}">
                      <a16:colId xmlns:a16="http://schemas.microsoft.com/office/drawing/2014/main" val="1164941322"/>
                    </a:ext>
                  </a:extLst>
                </a:gridCol>
                <a:gridCol w="1890093">
                  <a:extLst>
                    <a:ext uri="{9D8B030D-6E8A-4147-A177-3AD203B41FA5}">
                      <a16:colId xmlns:a16="http://schemas.microsoft.com/office/drawing/2014/main" val="212218520"/>
                    </a:ext>
                  </a:extLst>
                </a:gridCol>
                <a:gridCol w="1665907">
                  <a:extLst>
                    <a:ext uri="{9D8B030D-6E8A-4147-A177-3AD203B41FA5}">
                      <a16:colId xmlns:a16="http://schemas.microsoft.com/office/drawing/2014/main" val="745835982"/>
                    </a:ext>
                  </a:extLst>
                </a:gridCol>
              </a:tblGrid>
              <a:tr h="775829"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PODSTATNÉ MENO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ROD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ŽIVOTNOSŤ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ČÍSLO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PÁD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VZOR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3254269"/>
                  </a:ext>
                </a:extLst>
              </a:tr>
              <a:tr h="775829">
                <a:tc>
                  <a:txBody>
                    <a:bodyPr/>
                    <a:lstStyle/>
                    <a:p>
                      <a:pPr algn="ctr"/>
                      <a:r>
                        <a:rPr lang="sk-SK" sz="2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so školníkom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3396051"/>
                  </a:ext>
                </a:extLst>
              </a:tr>
              <a:tr h="775829">
                <a:tc>
                  <a:txBody>
                    <a:bodyPr/>
                    <a:lstStyle/>
                    <a:p>
                      <a:pPr algn="ctr"/>
                      <a:r>
                        <a:rPr lang="sk-SK" sz="2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bez cyklistov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6239621"/>
                  </a:ext>
                </a:extLst>
              </a:tr>
              <a:tr h="775829">
                <a:tc>
                  <a:txBody>
                    <a:bodyPr/>
                    <a:lstStyle/>
                    <a:p>
                      <a:pPr algn="ctr"/>
                      <a:r>
                        <a:rPr lang="sk-SK" sz="2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vidím strýka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8607363"/>
                  </a:ext>
                </a:extLst>
              </a:tr>
              <a:tr h="775829">
                <a:tc>
                  <a:txBody>
                    <a:bodyPr/>
                    <a:lstStyle/>
                    <a:p>
                      <a:pPr algn="ctr"/>
                      <a:r>
                        <a:rPr lang="sk-SK" sz="2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dám sluhom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3517734"/>
                  </a:ext>
                </a:extLst>
              </a:tr>
              <a:tr h="775829">
                <a:tc>
                  <a:txBody>
                    <a:bodyPr/>
                    <a:lstStyle/>
                    <a:p>
                      <a:pPr algn="ctr"/>
                      <a:r>
                        <a:rPr lang="sk-SK" sz="2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o synoch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7499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7989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828CF1-C360-4EC7-99FE-2D72EF6AD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k-SK" sz="3600" dirty="0">
                <a:latin typeface="Arial" panose="020B0604020202020204" pitchFamily="34" charset="0"/>
                <a:cs typeface="Arial" panose="020B0604020202020204" pitchFamily="34" charset="0"/>
              </a:rPr>
              <a:t>urč gramatické kategórie a vzor PODSTATNÝCH MIEN.</a:t>
            </a:r>
          </a:p>
        </p:txBody>
      </p:sp>
      <p:graphicFrame>
        <p:nvGraphicFramePr>
          <p:cNvPr id="23" name="Tabuľka 23">
            <a:extLst>
              <a:ext uri="{FF2B5EF4-FFF2-40B4-BE49-F238E27FC236}">
                <a16:creationId xmlns:a16="http://schemas.microsoft.com/office/drawing/2014/main" id="{80BB203C-7027-4E37-9E4C-AED2C2202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931176"/>
              </p:ext>
            </p:extLst>
          </p:nvPr>
        </p:nvGraphicFramePr>
        <p:xfrm>
          <a:off x="1251678" y="1644226"/>
          <a:ext cx="9995442" cy="4890629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665907">
                  <a:extLst>
                    <a:ext uri="{9D8B030D-6E8A-4147-A177-3AD203B41FA5}">
                      <a16:colId xmlns:a16="http://schemas.microsoft.com/office/drawing/2014/main" val="2509767777"/>
                    </a:ext>
                  </a:extLst>
                </a:gridCol>
                <a:gridCol w="1461375">
                  <a:extLst>
                    <a:ext uri="{9D8B030D-6E8A-4147-A177-3AD203B41FA5}">
                      <a16:colId xmlns:a16="http://schemas.microsoft.com/office/drawing/2014/main" val="239163667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78301969"/>
                    </a:ext>
                  </a:extLst>
                </a:gridCol>
                <a:gridCol w="1635760">
                  <a:extLst>
                    <a:ext uri="{9D8B030D-6E8A-4147-A177-3AD203B41FA5}">
                      <a16:colId xmlns:a16="http://schemas.microsoft.com/office/drawing/2014/main" val="1164941322"/>
                    </a:ext>
                  </a:extLst>
                </a:gridCol>
                <a:gridCol w="1890093">
                  <a:extLst>
                    <a:ext uri="{9D8B030D-6E8A-4147-A177-3AD203B41FA5}">
                      <a16:colId xmlns:a16="http://schemas.microsoft.com/office/drawing/2014/main" val="212218520"/>
                    </a:ext>
                  </a:extLst>
                </a:gridCol>
                <a:gridCol w="1665907">
                  <a:extLst>
                    <a:ext uri="{9D8B030D-6E8A-4147-A177-3AD203B41FA5}">
                      <a16:colId xmlns:a16="http://schemas.microsoft.com/office/drawing/2014/main" val="745835982"/>
                    </a:ext>
                  </a:extLst>
                </a:gridCol>
              </a:tblGrid>
              <a:tr h="775829"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PODSTATNÉ MENO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ROD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ŽIVOTNOSŤ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ČÍSLO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PÁD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VZOR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3254269"/>
                  </a:ext>
                </a:extLst>
              </a:tr>
              <a:tr h="775829">
                <a:tc>
                  <a:txBody>
                    <a:bodyPr/>
                    <a:lstStyle/>
                    <a:p>
                      <a:pPr algn="ctr"/>
                      <a:r>
                        <a:rPr lang="sk-SK" sz="2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so školníkom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mužský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životné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jednotné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inštrumentál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>
                          <a:solidFill>
                            <a:srgbClr val="FF0000"/>
                          </a:solidFill>
                        </a:rPr>
                        <a:t>CHLAP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3396051"/>
                  </a:ext>
                </a:extLst>
              </a:tr>
              <a:tr h="775829">
                <a:tc>
                  <a:txBody>
                    <a:bodyPr/>
                    <a:lstStyle/>
                    <a:p>
                      <a:pPr algn="ctr"/>
                      <a:r>
                        <a:rPr lang="sk-SK" sz="2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bez cyklistov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2400" dirty="0"/>
                        <a:t>mužský</a:t>
                      </a:r>
                    </a:p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2400" dirty="0"/>
                        <a:t>životné</a:t>
                      </a:r>
                    </a:p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množné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genitív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>
                          <a:solidFill>
                            <a:srgbClr val="00B050"/>
                          </a:solidFill>
                        </a:rPr>
                        <a:t>HRDINA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6239621"/>
                  </a:ext>
                </a:extLst>
              </a:tr>
              <a:tr h="775829">
                <a:tc>
                  <a:txBody>
                    <a:bodyPr/>
                    <a:lstStyle/>
                    <a:p>
                      <a:pPr algn="ctr"/>
                      <a:r>
                        <a:rPr lang="sk-SK" sz="2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vidím strýka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2400" dirty="0"/>
                        <a:t>mužský</a:t>
                      </a:r>
                    </a:p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2400" dirty="0"/>
                        <a:t>životné</a:t>
                      </a:r>
                    </a:p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jednotné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akuzatív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>
                          <a:solidFill>
                            <a:srgbClr val="FF0000"/>
                          </a:solidFill>
                        </a:rPr>
                        <a:t>CHLAP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8607363"/>
                  </a:ext>
                </a:extLst>
              </a:tr>
              <a:tr h="775829">
                <a:tc>
                  <a:txBody>
                    <a:bodyPr/>
                    <a:lstStyle/>
                    <a:p>
                      <a:pPr algn="ctr"/>
                      <a:r>
                        <a:rPr lang="sk-SK" sz="2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dám sluhom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2400" dirty="0"/>
                        <a:t>mužský</a:t>
                      </a:r>
                    </a:p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2400" dirty="0"/>
                        <a:t>životné</a:t>
                      </a:r>
                    </a:p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množné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datív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>
                          <a:solidFill>
                            <a:srgbClr val="00B050"/>
                          </a:solidFill>
                        </a:rPr>
                        <a:t>HRDINA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3517734"/>
                  </a:ext>
                </a:extLst>
              </a:tr>
              <a:tr h="775829">
                <a:tc>
                  <a:txBody>
                    <a:bodyPr/>
                    <a:lstStyle/>
                    <a:p>
                      <a:pPr algn="ctr"/>
                      <a:r>
                        <a:rPr lang="sk-SK" sz="2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o synoch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2400" dirty="0"/>
                        <a:t>mužský</a:t>
                      </a:r>
                    </a:p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2400" dirty="0"/>
                        <a:t>životné</a:t>
                      </a:r>
                    </a:p>
                    <a:p>
                      <a:pPr algn="ctr"/>
                      <a:endParaRPr lang="sk-SK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množné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/>
                        <a:t>lokál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400" dirty="0">
                          <a:solidFill>
                            <a:srgbClr val="FF0000"/>
                          </a:solidFill>
                        </a:rPr>
                        <a:t>CHLAP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7499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45809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976055-B043-4D0D-BA45-180D144E5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159" y="5152508"/>
            <a:ext cx="4041682" cy="1492132"/>
          </a:xfrm>
        </p:spPr>
        <p:txBody>
          <a:bodyPr/>
          <a:lstStyle/>
          <a:p>
            <a:pPr algn="ctr"/>
            <a:r>
              <a:rPr lang="sk-SK" dirty="0"/>
              <a:t>Vzor DUB</a:t>
            </a:r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E8FD0E3C-931A-4F0F-BF88-EF5E4C9D1D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779520" y="757816"/>
            <a:ext cx="4632960" cy="410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3486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8E777F-0701-4525-B75B-FE2F3B1B8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0" y="761999"/>
            <a:ext cx="4297680" cy="1112517"/>
          </a:xfrm>
        </p:spPr>
        <p:txBody>
          <a:bodyPr/>
          <a:lstStyle/>
          <a:p>
            <a:r>
              <a:rPr lang="sk-SK" dirty="0"/>
              <a:t>Vzor DUB</a:t>
            </a:r>
          </a:p>
        </p:txBody>
      </p:sp>
      <p:graphicFrame>
        <p:nvGraphicFramePr>
          <p:cNvPr id="5" name="Tabuľka 5">
            <a:extLst>
              <a:ext uri="{FF2B5EF4-FFF2-40B4-BE49-F238E27FC236}">
                <a16:creationId xmlns:a16="http://schemas.microsoft.com/office/drawing/2014/main" id="{960DDB6C-6A64-4ACC-89BE-5E0C0B0E8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40914"/>
              </p:ext>
            </p:extLst>
          </p:nvPr>
        </p:nvGraphicFramePr>
        <p:xfrm>
          <a:off x="1473200" y="2397760"/>
          <a:ext cx="9723121" cy="415253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433477">
                  <a:extLst>
                    <a:ext uri="{9D8B030D-6E8A-4147-A177-3AD203B41FA5}">
                      <a16:colId xmlns:a16="http://schemas.microsoft.com/office/drawing/2014/main" val="1295087280"/>
                    </a:ext>
                  </a:extLst>
                </a:gridCol>
                <a:gridCol w="3045228">
                  <a:extLst>
                    <a:ext uri="{9D8B030D-6E8A-4147-A177-3AD203B41FA5}">
                      <a16:colId xmlns:a16="http://schemas.microsoft.com/office/drawing/2014/main" val="1276951675"/>
                    </a:ext>
                  </a:extLst>
                </a:gridCol>
                <a:gridCol w="3244416">
                  <a:extLst>
                    <a:ext uri="{9D8B030D-6E8A-4147-A177-3AD203B41FA5}">
                      <a16:colId xmlns:a16="http://schemas.microsoft.com/office/drawing/2014/main" val="3016107255"/>
                    </a:ext>
                  </a:extLst>
                </a:gridCol>
              </a:tblGrid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Vzor DUB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jednotné číslo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množné číslo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424453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NOMINATÍV</a:t>
                      </a:r>
                      <a:r>
                        <a:rPr lang="sk-SK" dirty="0"/>
                        <a:t> (Kto? Čo?)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1318223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GENITÍV</a:t>
                      </a:r>
                      <a:r>
                        <a:rPr lang="sk-SK" dirty="0"/>
                        <a:t> (Bez koho? Čoho?)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831110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DATÍV </a:t>
                      </a:r>
                      <a:r>
                        <a:rPr lang="sk-SK" dirty="0"/>
                        <a:t>(Komu dám? Čomu dám?)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8493541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AKUZATÍV</a:t>
                      </a:r>
                      <a:r>
                        <a:rPr lang="sk-SK" dirty="0"/>
                        <a:t> (Vidím koho? Čo?)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9712142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LOKÁL </a:t>
                      </a:r>
                      <a:r>
                        <a:rPr lang="sk-SK" dirty="0"/>
                        <a:t>(hovorím o kom? Čom?)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5432484"/>
                  </a:ext>
                </a:extLst>
              </a:tr>
              <a:tr h="643228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INŠTRUMENTÁL</a:t>
                      </a:r>
                      <a:r>
                        <a:rPr lang="sk-SK" dirty="0"/>
                        <a:t> (s kým? S čím?)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210380"/>
                  </a:ext>
                </a:extLst>
              </a:tr>
            </a:tbl>
          </a:graphicData>
        </a:graphic>
      </p:graphicFrame>
      <p:pic>
        <p:nvPicPr>
          <p:cNvPr id="7" name="Obrázok 6">
            <a:extLst>
              <a:ext uri="{FF2B5EF4-FFF2-40B4-BE49-F238E27FC236}">
                <a16:creationId xmlns:a16="http://schemas.microsoft.com/office/drawing/2014/main" id="{A20A6B05-8AD5-4D39-88EB-24592F4105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834230" y="60960"/>
            <a:ext cx="2116729" cy="187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722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8E777F-0701-4525-B75B-FE2F3B1B8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4760" y="630594"/>
            <a:ext cx="4297680" cy="1112517"/>
          </a:xfrm>
        </p:spPr>
        <p:txBody>
          <a:bodyPr/>
          <a:lstStyle/>
          <a:p>
            <a:r>
              <a:rPr lang="sk-SK" dirty="0"/>
              <a:t>Vzor DUB</a:t>
            </a:r>
          </a:p>
        </p:txBody>
      </p:sp>
      <p:graphicFrame>
        <p:nvGraphicFramePr>
          <p:cNvPr id="5" name="Tabuľka 5">
            <a:extLst>
              <a:ext uri="{FF2B5EF4-FFF2-40B4-BE49-F238E27FC236}">
                <a16:creationId xmlns:a16="http://schemas.microsoft.com/office/drawing/2014/main" id="{960DDB6C-6A64-4ACC-89BE-5E0C0B0E8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670237"/>
              </p:ext>
            </p:extLst>
          </p:nvPr>
        </p:nvGraphicFramePr>
        <p:xfrm>
          <a:off x="1473200" y="2397760"/>
          <a:ext cx="9723121" cy="415253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433477">
                  <a:extLst>
                    <a:ext uri="{9D8B030D-6E8A-4147-A177-3AD203B41FA5}">
                      <a16:colId xmlns:a16="http://schemas.microsoft.com/office/drawing/2014/main" val="1295087280"/>
                    </a:ext>
                  </a:extLst>
                </a:gridCol>
                <a:gridCol w="3045228">
                  <a:extLst>
                    <a:ext uri="{9D8B030D-6E8A-4147-A177-3AD203B41FA5}">
                      <a16:colId xmlns:a16="http://schemas.microsoft.com/office/drawing/2014/main" val="1276951675"/>
                    </a:ext>
                  </a:extLst>
                </a:gridCol>
                <a:gridCol w="3244416">
                  <a:extLst>
                    <a:ext uri="{9D8B030D-6E8A-4147-A177-3AD203B41FA5}">
                      <a16:colId xmlns:a16="http://schemas.microsoft.com/office/drawing/2014/main" val="3016107255"/>
                    </a:ext>
                  </a:extLst>
                </a:gridCol>
              </a:tblGrid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Vzor DUB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jednotné číslo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množné číslo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424453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NOMINATÍV</a:t>
                      </a:r>
                      <a:r>
                        <a:rPr lang="sk-SK" dirty="0"/>
                        <a:t> (Kto? Čo?)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800" dirty="0"/>
                        <a:t>DU</a:t>
                      </a:r>
                      <a:r>
                        <a:rPr lang="sk-SK" sz="2800" b="1" dirty="0">
                          <a:solidFill>
                            <a:srgbClr val="FF0000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800" dirty="0"/>
                        <a:t>DUB</a:t>
                      </a:r>
                      <a:r>
                        <a:rPr lang="sk-SK" sz="2800" b="1" dirty="0">
                          <a:solidFill>
                            <a:srgbClr val="FF0000"/>
                          </a:solidFill>
                        </a:rPr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1318223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GENITÍV</a:t>
                      </a:r>
                      <a:r>
                        <a:rPr lang="sk-SK" dirty="0"/>
                        <a:t> (Bez koho? Čoho?)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800" dirty="0"/>
                        <a:t>DUB</a:t>
                      </a:r>
                      <a:r>
                        <a:rPr lang="sk-SK" sz="2800" b="1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800" dirty="0"/>
                        <a:t>DUB</a:t>
                      </a:r>
                      <a:r>
                        <a:rPr lang="sk-SK" sz="2800" b="1" dirty="0">
                          <a:solidFill>
                            <a:srgbClr val="FF0000"/>
                          </a:solidFill>
                        </a:rPr>
                        <a:t>OV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831110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DATÍV </a:t>
                      </a:r>
                      <a:r>
                        <a:rPr lang="sk-SK" dirty="0"/>
                        <a:t>(Komu dám? Čomu dám?)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800" dirty="0"/>
                        <a:t>DUB</a:t>
                      </a:r>
                      <a:r>
                        <a:rPr lang="sk-SK" sz="2800" b="1" dirty="0">
                          <a:solidFill>
                            <a:srgbClr val="FF0000"/>
                          </a:solidFill>
                        </a:rPr>
                        <a:t>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800" dirty="0"/>
                        <a:t>DUB</a:t>
                      </a:r>
                      <a:r>
                        <a:rPr lang="sk-SK" sz="2800" b="1" dirty="0">
                          <a:solidFill>
                            <a:srgbClr val="FF0000"/>
                          </a:solidFill>
                        </a:rPr>
                        <a:t>OM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8493541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AKUZATÍV</a:t>
                      </a:r>
                      <a:r>
                        <a:rPr lang="sk-SK" dirty="0"/>
                        <a:t> (Vidím koho? Čo?)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800" dirty="0"/>
                        <a:t>DUB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800" dirty="0"/>
                        <a:t>DUB</a:t>
                      </a:r>
                      <a:r>
                        <a:rPr lang="sk-SK" sz="2800" b="1" dirty="0">
                          <a:solidFill>
                            <a:srgbClr val="FF0000"/>
                          </a:solidFill>
                        </a:rPr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9712142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LOKÁL </a:t>
                      </a:r>
                      <a:r>
                        <a:rPr lang="sk-SK" dirty="0"/>
                        <a:t>(hovorím o kom? Čom?)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800" dirty="0"/>
                        <a:t>DUB</a:t>
                      </a:r>
                      <a:r>
                        <a:rPr lang="sk-SK" sz="2800" b="1" dirty="0">
                          <a:solidFill>
                            <a:srgbClr val="FF0000"/>
                          </a:solidFill>
                        </a:rPr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800" dirty="0"/>
                        <a:t>DUB</a:t>
                      </a:r>
                      <a:r>
                        <a:rPr lang="sk-SK" sz="2800" b="1" dirty="0">
                          <a:solidFill>
                            <a:srgbClr val="FF0000"/>
                          </a:solidFill>
                        </a:rPr>
                        <a:t>OCH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5432484"/>
                  </a:ext>
                </a:extLst>
              </a:tr>
              <a:tr h="643228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INŠTRUMENTÁL</a:t>
                      </a:r>
                      <a:r>
                        <a:rPr lang="sk-SK" dirty="0"/>
                        <a:t> (s kým? S čím?)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800" dirty="0"/>
                        <a:t>DUB</a:t>
                      </a:r>
                      <a:r>
                        <a:rPr lang="sk-SK" sz="2800" b="1" dirty="0">
                          <a:solidFill>
                            <a:srgbClr val="FF0000"/>
                          </a:solidFill>
                        </a:rPr>
                        <a:t>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800" dirty="0"/>
                        <a:t>DUB</a:t>
                      </a:r>
                      <a:r>
                        <a:rPr lang="sk-SK" sz="2800" b="1" dirty="0">
                          <a:solidFill>
                            <a:srgbClr val="FF0000"/>
                          </a:solidFill>
                        </a:rPr>
                        <a:t>MI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210380"/>
                  </a:ext>
                </a:extLst>
              </a:tr>
            </a:tbl>
          </a:graphicData>
        </a:graphic>
      </p:graphicFrame>
      <p:pic>
        <p:nvPicPr>
          <p:cNvPr id="7" name="Obrázok 6">
            <a:extLst>
              <a:ext uri="{FF2B5EF4-FFF2-40B4-BE49-F238E27FC236}">
                <a16:creationId xmlns:a16="http://schemas.microsoft.com/office/drawing/2014/main" id="{A20A6B05-8AD5-4D39-88EB-24592F4105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445350" y="180535"/>
            <a:ext cx="2116729" cy="1875290"/>
          </a:xfrm>
          <a:prstGeom prst="rect">
            <a:avLst/>
          </a:prstGeom>
        </p:spPr>
      </p:pic>
      <p:sp>
        <p:nvSpPr>
          <p:cNvPr id="6" name="BlokTextu 5">
            <a:extLst>
              <a:ext uri="{FF2B5EF4-FFF2-40B4-BE49-F238E27FC236}">
                <a16:creationId xmlns:a16="http://schemas.microsoft.com/office/drawing/2014/main" id="{540968A9-B5E7-41E4-BEA6-AAEC193B0199}"/>
              </a:ext>
            </a:extLst>
          </p:cNvPr>
          <p:cNvSpPr txBox="1"/>
          <p:nvPr/>
        </p:nvSpPr>
        <p:spPr>
          <a:xfrm>
            <a:off x="1665425" y="180535"/>
            <a:ext cx="4297680" cy="193899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k-SK" sz="2400" b="1" dirty="0"/>
              <a:t>N jednotné číslo</a:t>
            </a:r>
          </a:p>
          <a:p>
            <a:pPr algn="ctr"/>
            <a:r>
              <a:rPr lang="sk-SK" sz="2400" dirty="0"/>
              <a:t>tvrdá alebo obojaká spoluhláska</a:t>
            </a:r>
          </a:p>
          <a:p>
            <a:pPr algn="ctr"/>
            <a:endParaRPr lang="sk-SK" sz="2400" b="1" dirty="0"/>
          </a:p>
          <a:p>
            <a:pPr algn="ctr"/>
            <a:r>
              <a:rPr lang="sk-SK" sz="2400" b="1" dirty="0"/>
              <a:t>N množné číslo</a:t>
            </a:r>
          </a:p>
          <a:p>
            <a:pPr algn="ctr"/>
            <a:r>
              <a:rPr lang="sk-SK" sz="2400" dirty="0"/>
              <a:t>zakončené na -y</a:t>
            </a:r>
          </a:p>
        </p:txBody>
      </p:sp>
      <p:sp>
        <p:nvSpPr>
          <p:cNvPr id="3" name="BlokTextu 2">
            <a:extLst>
              <a:ext uri="{FF2B5EF4-FFF2-40B4-BE49-F238E27FC236}">
                <a16:creationId xmlns:a16="http://schemas.microsoft.com/office/drawing/2014/main" id="{D1C75F21-5F20-4339-A008-4F01CE68E883}"/>
              </a:ext>
            </a:extLst>
          </p:cNvPr>
          <p:cNvSpPr txBox="1"/>
          <p:nvPr/>
        </p:nvSpPr>
        <p:spPr>
          <a:xfrm>
            <a:off x="6706415" y="1359864"/>
            <a:ext cx="2367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2400" b="1" dirty="0">
                <a:solidFill>
                  <a:srgbClr val="00B050"/>
                </a:solidFill>
              </a:rPr>
              <a:t>neživotné</a:t>
            </a:r>
          </a:p>
        </p:txBody>
      </p:sp>
    </p:spTree>
    <p:extLst>
      <p:ext uri="{BB962C8B-B14F-4D97-AF65-F5344CB8AC3E}">
        <p14:creationId xmlns:p14="http://schemas.microsoft.com/office/powerpoint/2010/main" val="2152262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E0A62F7-027B-4D2A-9664-5809513C1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6478" y="1666241"/>
            <a:ext cx="5768882" cy="52322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sk-SK" sz="4000" dirty="0">
                <a:solidFill>
                  <a:schemeClr val="tx1"/>
                </a:solidFill>
              </a:rPr>
              <a:t>D    , T   , N   , L   , H   , CH   , K   , G</a:t>
            </a:r>
          </a:p>
        </p:txBody>
      </p:sp>
      <p:sp>
        <p:nvSpPr>
          <p:cNvPr id="4" name="Zástupný objekt pre obsah 2">
            <a:extLst>
              <a:ext uri="{FF2B5EF4-FFF2-40B4-BE49-F238E27FC236}">
                <a16:creationId xmlns:a16="http://schemas.microsoft.com/office/drawing/2014/main" id="{E2B126AB-A6AB-48D8-ACD9-430845F61FCB}"/>
              </a:ext>
            </a:extLst>
          </p:cNvPr>
          <p:cNvSpPr txBox="1">
            <a:spLocks/>
          </p:cNvSpPr>
          <p:nvPr/>
        </p:nvSpPr>
        <p:spPr>
          <a:xfrm>
            <a:off x="1139207" y="3878570"/>
            <a:ext cx="6895260" cy="906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k-SK" sz="4000" dirty="0">
                <a:solidFill>
                  <a:schemeClr val="tx1"/>
                </a:solidFill>
              </a:rPr>
              <a:t>B   , P   , M   , V    R,    Z,    S,    F</a:t>
            </a:r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6020711E-3E59-438F-A30C-4560FBAABA6B}"/>
              </a:ext>
            </a:extLst>
          </p:cNvPr>
          <p:cNvSpPr txBox="1"/>
          <p:nvPr/>
        </p:nvSpPr>
        <p:spPr>
          <a:xfrm>
            <a:off x="1669322" y="967749"/>
            <a:ext cx="6573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b="1" dirty="0">
                <a:solidFill>
                  <a:srgbClr val="0070C0"/>
                </a:solidFill>
              </a:rPr>
              <a:t>TVRDÉ SPOLUHLÁSKY</a:t>
            </a: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3F203123-9BFA-4EDA-84FA-0470EF6C77A9}"/>
              </a:ext>
            </a:extLst>
          </p:cNvPr>
          <p:cNvSpPr txBox="1"/>
          <p:nvPr/>
        </p:nvSpPr>
        <p:spPr>
          <a:xfrm>
            <a:off x="1669322" y="3355350"/>
            <a:ext cx="6573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b="1" dirty="0">
                <a:solidFill>
                  <a:srgbClr val="00B050"/>
                </a:solidFill>
              </a:rPr>
              <a:t>OBOJAKÉ SPOLUHLÁSKY</a:t>
            </a:r>
          </a:p>
        </p:txBody>
      </p:sp>
      <p:pic>
        <p:nvPicPr>
          <p:cNvPr id="7" name="Obrázok 6">
            <a:extLst>
              <a:ext uri="{FF2B5EF4-FFF2-40B4-BE49-F238E27FC236}">
                <a16:creationId xmlns:a16="http://schemas.microsoft.com/office/drawing/2014/main" id="{65C4134F-2E1F-4956-A59B-A9A1700ADD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221054" y="1666241"/>
            <a:ext cx="3238269" cy="2868905"/>
          </a:xfrm>
          <a:prstGeom prst="rect">
            <a:avLst/>
          </a:prstGeom>
        </p:spPr>
      </p:pic>
      <p:sp>
        <p:nvSpPr>
          <p:cNvPr id="8" name="BlokTextu 7">
            <a:extLst>
              <a:ext uri="{FF2B5EF4-FFF2-40B4-BE49-F238E27FC236}">
                <a16:creationId xmlns:a16="http://schemas.microsoft.com/office/drawing/2014/main" id="{B146D54D-DFCC-4926-95C2-4B0B6692CE8E}"/>
              </a:ext>
            </a:extLst>
          </p:cNvPr>
          <p:cNvSpPr txBox="1"/>
          <p:nvPr/>
        </p:nvSpPr>
        <p:spPr>
          <a:xfrm>
            <a:off x="863600" y="4822005"/>
            <a:ext cx="1178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600" dirty="0"/>
              <a:t>kr</a:t>
            </a:r>
            <a:r>
              <a:rPr lang="sk-SK" sz="3600" dirty="0">
                <a:solidFill>
                  <a:srgbClr val="00B050"/>
                </a:solidFill>
              </a:rPr>
              <a:t>b</a:t>
            </a:r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A5AC51CB-9292-4F90-A2BF-BD86FC333E95}"/>
              </a:ext>
            </a:extLst>
          </p:cNvPr>
          <p:cNvSpPr txBox="1"/>
          <p:nvPr/>
        </p:nvSpPr>
        <p:spPr>
          <a:xfrm>
            <a:off x="1669322" y="5567679"/>
            <a:ext cx="1178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600" dirty="0"/>
              <a:t>stĺ</a:t>
            </a:r>
            <a:r>
              <a:rPr lang="sk-SK" sz="3600" dirty="0">
                <a:solidFill>
                  <a:srgbClr val="00B050"/>
                </a:solidFill>
              </a:rPr>
              <a:t>p</a:t>
            </a: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C19FA8B8-0918-479A-A447-114EAD50B953}"/>
              </a:ext>
            </a:extLst>
          </p:cNvPr>
          <p:cNvSpPr txBox="1"/>
          <p:nvPr/>
        </p:nvSpPr>
        <p:spPr>
          <a:xfrm>
            <a:off x="2747877" y="4868593"/>
            <a:ext cx="1178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600" dirty="0"/>
              <a:t>do</a:t>
            </a:r>
            <a:r>
              <a:rPr lang="sk-SK" sz="3600" dirty="0">
                <a:solidFill>
                  <a:srgbClr val="00B050"/>
                </a:solidFill>
              </a:rPr>
              <a:t>m</a:t>
            </a:r>
          </a:p>
        </p:txBody>
      </p:sp>
      <p:sp>
        <p:nvSpPr>
          <p:cNvPr id="11" name="BlokTextu 10">
            <a:extLst>
              <a:ext uri="{FF2B5EF4-FFF2-40B4-BE49-F238E27FC236}">
                <a16:creationId xmlns:a16="http://schemas.microsoft.com/office/drawing/2014/main" id="{536A60DB-A3B5-45B4-8E47-80F2F905B384}"/>
              </a:ext>
            </a:extLst>
          </p:cNvPr>
          <p:cNvSpPr txBox="1"/>
          <p:nvPr/>
        </p:nvSpPr>
        <p:spPr>
          <a:xfrm>
            <a:off x="3777522" y="5655293"/>
            <a:ext cx="1178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600" dirty="0"/>
              <a:t>le</a:t>
            </a:r>
            <a:r>
              <a:rPr lang="sk-SK" sz="3600" dirty="0">
                <a:solidFill>
                  <a:srgbClr val="00B050"/>
                </a:solidFill>
              </a:rPr>
              <a:t>v</a:t>
            </a:r>
          </a:p>
        </p:txBody>
      </p:sp>
      <p:sp>
        <p:nvSpPr>
          <p:cNvPr id="12" name="BlokTextu 11">
            <a:extLst>
              <a:ext uri="{FF2B5EF4-FFF2-40B4-BE49-F238E27FC236}">
                <a16:creationId xmlns:a16="http://schemas.microsoft.com/office/drawing/2014/main" id="{9221F888-9B80-4BEA-ABD6-C9C82F985549}"/>
              </a:ext>
            </a:extLst>
          </p:cNvPr>
          <p:cNvSpPr txBox="1"/>
          <p:nvPr/>
        </p:nvSpPr>
        <p:spPr>
          <a:xfrm>
            <a:off x="4632154" y="4874842"/>
            <a:ext cx="1178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600" dirty="0"/>
              <a:t>ke</a:t>
            </a:r>
            <a:r>
              <a:rPr lang="sk-SK" sz="3600" dirty="0">
                <a:solidFill>
                  <a:srgbClr val="00B050"/>
                </a:solidFill>
              </a:rPr>
              <a:t>r</a:t>
            </a:r>
          </a:p>
        </p:txBody>
      </p:sp>
      <p:sp>
        <p:nvSpPr>
          <p:cNvPr id="13" name="BlokTextu 12">
            <a:extLst>
              <a:ext uri="{FF2B5EF4-FFF2-40B4-BE49-F238E27FC236}">
                <a16:creationId xmlns:a16="http://schemas.microsoft.com/office/drawing/2014/main" id="{9D228F89-96C1-4296-A385-188E4B40708A}"/>
              </a:ext>
            </a:extLst>
          </p:cNvPr>
          <p:cNvSpPr txBox="1"/>
          <p:nvPr/>
        </p:nvSpPr>
        <p:spPr>
          <a:xfrm>
            <a:off x="6426604" y="4897159"/>
            <a:ext cx="1178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600" dirty="0"/>
              <a:t>le</a:t>
            </a:r>
            <a:r>
              <a:rPr lang="sk-SK" sz="3600" dirty="0">
                <a:solidFill>
                  <a:srgbClr val="00B050"/>
                </a:solidFill>
              </a:rPr>
              <a:t>s</a:t>
            </a:r>
          </a:p>
        </p:txBody>
      </p:sp>
      <p:sp>
        <p:nvSpPr>
          <p:cNvPr id="14" name="BlokTextu 13">
            <a:extLst>
              <a:ext uri="{FF2B5EF4-FFF2-40B4-BE49-F238E27FC236}">
                <a16:creationId xmlns:a16="http://schemas.microsoft.com/office/drawing/2014/main" id="{8DBD9EF5-A806-461A-B122-A173A76CD8A6}"/>
              </a:ext>
            </a:extLst>
          </p:cNvPr>
          <p:cNvSpPr txBox="1"/>
          <p:nvPr/>
        </p:nvSpPr>
        <p:spPr>
          <a:xfrm>
            <a:off x="2732234" y="2424629"/>
            <a:ext cx="1178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600" dirty="0"/>
              <a:t>slo</a:t>
            </a:r>
            <a:r>
              <a:rPr lang="sk-SK" sz="3600" dirty="0">
                <a:solidFill>
                  <a:srgbClr val="0070C0"/>
                </a:solidFill>
              </a:rPr>
              <a:t>n</a:t>
            </a:r>
          </a:p>
        </p:txBody>
      </p:sp>
      <p:sp>
        <p:nvSpPr>
          <p:cNvPr id="15" name="BlokTextu 14">
            <a:extLst>
              <a:ext uri="{FF2B5EF4-FFF2-40B4-BE49-F238E27FC236}">
                <a16:creationId xmlns:a16="http://schemas.microsoft.com/office/drawing/2014/main" id="{CC1281BB-DAB3-4283-835B-5317DED120FB}"/>
              </a:ext>
            </a:extLst>
          </p:cNvPr>
          <p:cNvSpPr txBox="1"/>
          <p:nvPr/>
        </p:nvSpPr>
        <p:spPr>
          <a:xfrm>
            <a:off x="1723258" y="2306426"/>
            <a:ext cx="1178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600" dirty="0"/>
              <a:t>kve</a:t>
            </a:r>
            <a:r>
              <a:rPr lang="sk-SK" sz="3600" dirty="0">
                <a:solidFill>
                  <a:srgbClr val="0070C0"/>
                </a:solidFill>
              </a:rPr>
              <a:t>t</a:t>
            </a:r>
          </a:p>
        </p:txBody>
      </p:sp>
      <p:sp>
        <p:nvSpPr>
          <p:cNvPr id="16" name="BlokTextu 15">
            <a:extLst>
              <a:ext uri="{FF2B5EF4-FFF2-40B4-BE49-F238E27FC236}">
                <a16:creationId xmlns:a16="http://schemas.microsoft.com/office/drawing/2014/main" id="{6CA05A81-D578-44AB-924E-366DC09438F2}"/>
              </a:ext>
            </a:extLst>
          </p:cNvPr>
          <p:cNvSpPr txBox="1"/>
          <p:nvPr/>
        </p:nvSpPr>
        <p:spPr>
          <a:xfrm>
            <a:off x="714282" y="2427053"/>
            <a:ext cx="1178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600" dirty="0"/>
              <a:t>me</a:t>
            </a:r>
            <a:r>
              <a:rPr lang="sk-SK" sz="36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17" name="BlokTextu 16">
            <a:extLst>
              <a:ext uri="{FF2B5EF4-FFF2-40B4-BE49-F238E27FC236}">
                <a16:creationId xmlns:a16="http://schemas.microsoft.com/office/drawing/2014/main" id="{7FFAB237-A779-4309-8902-024F3BDF1B8E}"/>
              </a:ext>
            </a:extLst>
          </p:cNvPr>
          <p:cNvSpPr txBox="1"/>
          <p:nvPr/>
        </p:nvSpPr>
        <p:spPr>
          <a:xfrm>
            <a:off x="5697422" y="2354673"/>
            <a:ext cx="1178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600" dirty="0"/>
              <a:t>vl</a:t>
            </a:r>
            <a:r>
              <a:rPr lang="sk-SK" sz="3600" dirty="0">
                <a:solidFill>
                  <a:srgbClr val="0070C0"/>
                </a:solidFill>
              </a:rPr>
              <a:t>k</a:t>
            </a:r>
          </a:p>
        </p:txBody>
      </p:sp>
      <p:sp>
        <p:nvSpPr>
          <p:cNvPr id="18" name="BlokTextu 17">
            <a:extLst>
              <a:ext uri="{FF2B5EF4-FFF2-40B4-BE49-F238E27FC236}">
                <a16:creationId xmlns:a16="http://schemas.microsoft.com/office/drawing/2014/main" id="{8F478082-2AFA-4CFA-B4CC-AE74F8465CEF}"/>
              </a:ext>
            </a:extLst>
          </p:cNvPr>
          <p:cNvSpPr txBox="1"/>
          <p:nvPr/>
        </p:nvSpPr>
        <p:spPr>
          <a:xfrm>
            <a:off x="6596188" y="2105652"/>
            <a:ext cx="1178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600" dirty="0"/>
              <a:t>gl</a:t>
            </a:r>
            <a:r>
              <a:rPr lang="sk-SK" sz="3600" dirty="0">
                <a:solidFill>
                  <a:srgbClr val="0070C0"/>
                </a:solidFill>
              </a:rPr>
              <a:t>g</a:t>
            </a:r>
          </a:p>
        </p:txBody>
      </p:sp>
      <p:sp>
        <p:nvSpPr>
          <p:cNvPr id="19" name="BlokTextu 18">
            <a:extLst>
              <a:ext uri="{FF2B5EF4-FFF2-40B4-BE49-F238E27FC236}">
                <a16:creationId xmlns:a16="http://schemas.microsoft.com/office/drawing/2014/main" id="{08399BF5-48FD-4B9A-9537-CCA86C632DC4}"/>
              </a:ext>
            </a:extLst>
          </p:cNvPr>
          <p:cNvSpPr txBox="1"/>
          <p:nvPr/>
        </p:nvSpPr>
        <p:spPr>
          <a:xfrm>
            <a:off x="3970957" y="2327149"/>
            <a:ext cx="1178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600" dirty="0"/>
              <a:t>sne</a:t>
            </a:r>
            <a:r>
              <a:rPr lang="sk-SK" sz="3600" dirty="0">
                <a:solidFill>
                  <a:srgbClr val="0070C0"/>
                </a:solidFill>
              </a:rPr>
              <a:t>h</a:t>
            </a:r>
          </a:p>
        </p:txBody>
      </p:sp>
      <p:sp>
        <p:nvSpPr>
          <p:cNvPr id="20" name="Nadpis 1">
            <a:extLst>
              <a:ext uri="{FF2B5EF4-FFF2-40B4-BE49-F238E27FC236}">
                <a16:creationId xmlns:a16="http://schemas.microsoft.com/office/drawing/2014/main" id="{F96D26DB-DBED-4431-B303-C6866D730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7950" y="4785274"/>
            <a:ext cx="2996201" cy="590443"/>
          </a:xfrm>
        </p:spPr>
        <p:txBody>
          <a:bodyPr>
            <a:normAutofit fontScale="90000"/>
          </a:bodyPr>
          <a:lstStyle/>
          <a:p>
            <a:pPr algn="ctr"/>
            <a:r>
              <a:rPr lang="sk-SK" dirty="0"/>
              <a:t>Vzor DUB</a:t>
            </a:r>
          </a:p>
        </p:txBody>
      </p:sp>
    </p:spTree>
    <p:extLst>
      <p:ext uri="{BB962C8B-B14F-4D97-AF65-F5344CB8AC3E}">
        <p14:creationId xmlns:p14="http://schemas.microsoft.com/office/powerpoint/2010/main" val="3034131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8" grpId="0"/>
      <p:bldP spid="9" grpId="0"/>
      <p:bldP spid="10" grpId="0"/>
      <p:bldP spid="11" grpId="0"/>
      <p:bldP spid="12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02DFB29-5C31-4287-AC30-B4EAE2343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Postup pri určovaní vzoru:</a:t>
            </a:r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2FEB14F2-DB2E-4C68-947D-CB49FF2AC4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7241" y="3987148"/>
            <a:ext cx="2672080" cy="2672080"/>
          </a:xfrm>
          <a:prstGeom prst="rect">
            <a:avLst/>
          </a:prstGeom>
        </p:spPr>
      </p:pic>
      <p:sp>
        <p:nvSpPr>
          <p:cNvPr id="8" name="Obdĺžnik: zaoblené rohy 7">
            <a:extLst>
              <a:ext uri="{FF2B5EF4-FFF2-40B4-BE49-F238E27FC236}">
                <a16:creationId xmlns:a16="http://schemas.microsoft.com/office/drawing/2014/main" id="{F73DB100-B812-4B6E-82EC-6F50953149E5}"/>
              </a:ext>
            </a:extLst>
          </p:cNvPr>
          <p:cNvSpPr/>
          <p:nvPr/>
        </p:nvSpPr>
        <p:spPr>
          <a:xfrm>
            <a:off x="1036320" y="3268994"/>
            <a:ext cx="2123440" cy="70612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2800" dirty="0">
                <a:solidFill>
                  <a:schemeClr val="tx1"/>
                </a:solidFill>
              </a:rPr>
              <a:t>určiť ROD</a:t>
            </a:r>
          </a:p>
        </p:txBody>
      </p:sp>
      <p:sp>
        <p:nvSpPr>
          <p:cNvPr id="9" name="Obdĺžnik: zaoblené rohy 8">
            <a:extLst>
              <a:ext uri="{FF2B5EF4-FFF2-40B4-BE49-F238E27FC236}">
                <a16:creationId xmlns:a16="http://schemas.microsoft.com/office/drawing/2014/main" id="{21325ABD-B810-40E1-9EF5-19EF58521640}"/>
              </a:ext>
            </a:extLst>
          </p:cNvPr>
          <p:cNvSpPr/>
          <p:nvPr/>
        </p:nvSpPr>
        <p:spPr>
          <a:xfrm>
            <a:off x="3566160" y="2395225"/>
            <a:ext cx="2123440" cy="70612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2800" dirty="0">
                <a:solidFill>
                  <a:schemeClr val="tx1"/>
                </a:solidFill>
              </a:rPr>
              <a:t>mužský</a:t>
            </a:r>
          </a:p>
        </p:txBody>
      </p:sp>
      <p:sp>
        <p:nvSpPr>
          <p:cNvPr id="10" name="Obdĺžnik: zaoblené rohy 9">
            <a:extLst>
              <a:ext uri="{FF2B5EF4-FFF2-40B4-BE49-F238E27FC236}">
                <a16:creationId xmlns:a16="http://schemas.microsoft.com/office/drawing/2014/main" id="{006CF814-3412-410C-AF2E-D08BE2383A5C}"/>
              </a:ext>
            </a:extLst>
          </p:cNvPr>
          <p:cNvSpPr/>
          <p:nvPr/>
        </p:nvSpPr>
        <p:spPr>
          <a:xfrm>
            <a:off x="3566160" y="3268994"/>
            <a:ext cx="2123440" cy="70612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2800" dirty="0">
                <a:solidFill>
                  <a:schemeClr val="tx1"/>
                </a:solidFill>
              </a:rPr>
              <a:t>ženský</a:t>
            </a:r>
          </a:p>
        </p:txBody>
      </p:sp>
      <p:sp>
        <p:nvSpPr>
          <p:cNvPr id="11" name="Obdĺžnik: zaoblené rohy 10">
            <a:extLst>
              <a:ext uri="{FF2B5EF4-FFF2-40B4-BE49-F238E27FC236}">
                <a16:creationId xmlns:a16="http://schemas.microsoft.com/office/drawing/2014/main" id="{CFBF42F9-3EC8-4A6D-B128-2FAF4A9C0F8D}"/>
              </a:ext>
            </a:extLst>
          </p:cNvPr>
          <p:cNvSpPr/>
          <p:nvPr/>
        </p:nvSpPr>
        <p:spPr>
          <a:xfrm>
            <a:off x="3631202" y="4142763"/>
            <a:ext cx="2123440" cy="70612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2800" dirty="0">
                <a:solidFill>
                  <a:schemeClr val="tx1"/>
                </a:solidFill>
              </a:rPr>
              <a:t>stredný</a:t>
            </a:r>
          </a:p>
        </p:txBody>
      </p:sp>
      <p:sp>
        <p:nvSpPr>
          <p:cNvPr id="12" name="Obdĺžnik: zaoblené rohy 11">
            <a:extLst>
              <a:ext uri="{FF2B5EF4-FFF2-40B4-BE49-F238E27FC236}">
                <a16:creationId xmlns:a16="http://schemas.microsoft.com/office/drawing/2014/main" id="{882BD376-A8BC-476A-BF20-E2D95A6430A8}"/>
              </a:ext>
            </a:extLst>
          </p:cNvPr>
          <p:cNvSpPr/>
          <p:nvPr/>
        </p:nvSpPr>
        <p:spPr>
          <a:xfrm>
            <a:off x="6096000" y="1696721"/>
            <a:ext cx="2123440" cy="7061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2800" dirty="0">
                <a:solidFill>
                  <a:schemeClr val="tx1"/>
                </a:solidFill>
              </a:rPr>
              <a:t>životné</a:t>
            </a:r>
          </a:p>
        </p:txBody>
      </p:sp>
      <p:sp>
        <p:nvSpPr>
          <p:cNvPr id="13" name="Obdĺžnik: zaoblené rohy 12">
            <a:extLst>
              <a:ext uri="{FF2B5EF4-FFF2-40B4-BE49-F238E27FC236}">
                <a16:creationId xmlns:a16="http://schemas.microsoft.com/office/drawing/2014/main" id="{8F130BDD-CF53-4672-8E4F-43D7BFE0443C}"/>
              </a:ext>
            </a:extLst>
          </p:cNvPr>
          <p:cNvSpPr/>
          <p:nvPr/>
        </p:nvSpPr>
        <p:spPr>
          <a:xfrm>
            <a:off x="6096000" y="3009898"/>
            <a:ext cx="2123440" cy="7061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2800" dirty="0">
                <a:solidFill>
                  <a:schemeClr val="tx1"/>
                </a:solidFill>
              </a:rPr>
              <a:t>neživotné</a:t>
            </a:r>
          </a:p>
        </p:txBody>
      </p:sp>
      <p:cxnSp>
        <p:nvCxnSpPr>
          <p:cNvPr id="15" name="Rovná spojovacia šípka 14">
            <a:extLst>
              <a:ext uri="{FF2B5EF4-FFF2-40B4-BE49-F238E27FC236}">
                <a16:creationId xmlns:a16="http://schemas.microsoft.com/office/drawing/2014/main" id="{4E84D923-115C-4A62-82BD-57979E908ECB}"/>
              </a:ext>
            </a:extLst>
          </p:cNvPr>
          <p:cNvCxnSpPr>
            <a:cxnSpLocks/>
          </p:cNvCxnSpPr>
          <p:nvPr/>
        </p:nvCxnSpPr>
        <p:spPr>
          <a:xfrm flipV="1">
            <a:off x="3159760" y="2746390"/>
            <a:ext cx="406400" cy="5207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Rovná spojovacia šípka 15">
            <a:extLst>
              <a:ext uri="{FF2B5EF4-FFF2-40B4-BE49-F238E27FC236}">
                <a16:creationId xmlns:a16="http://schemas.microsoft.com/office/drawing/2014/main" id="{957B15AA-4B75-420C-B42B-C13EC20EB4A9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3224802" y="3622056"/>
            <a:ext cx="341358" cy="672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Rovná spojovacia šípka 17">
            <a:extLst>
              <a:ext uri="{FF2B5EF4-FFF2-40B4-BE49-F238E27FC236}">
                <a16:creationId xmlns:a16="http://schemas.microsoft.com/office/drawing/2014/main" id="{6E8692D8-DFF1-41BB-BA2C-21EBD201ABE6}"/>
              </a:ext>
            </a:extLst>
          </p:cNvPr>
          <p:cNvCxnSpPr>
            <a:cxnSpLocks/>
          </p:cNvCxnSpPr>
          <p:nvPr/>
        </p:nvCxnSpPr>
        <p:spPr>
          <a:xfrm>
            <a:off x="3094718" y="3980182"/>
            <a:ext cx="471442" cy="6019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Rovná spojovacia šípka 19">
            <a:extLst>
              <a:ext uri="{FF2B5EF4-FFF2-40B4-BE49-F238E27FC236}">
                <a16:creationId xmlns:a16="http://schemas.microsoft.com/office/drawing/2014/main" id="{B354713E-5FB2-4137-8940-B104A0EB092D}"/>
              </a:ext>
            </a:extLst>
          </p:cNvPr>
          <p:cNvCxnSpPr>
            <a:cxnSpLocks/>
          </p:cNvCxnSpPr>
          <p:nvPr/>
        </p:nvCxnSpPr>
        <p:spPr>
          <a:xfrm flipV="1">
            <a:off x="5689600" y="2225683"/>
            <a:ext cx="406400" cy="5207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Rovná spojovacia šípka 20">
            <a:extLst>
              <a:ext uri="{FF2B5EF4-FFF2-40B4-BE49-F238E27FC236}">
                <a16:creationId xmlns:a16="http://schemas.microsoft.com/office/drawing/2014/main" id="{4679B9BD-BEED-44B5-ABFF-74B2DB4B3B21}"/>
              </a:ext>
            </a:extLst>
          </p:cNvPr>
          <p:cNvCxnSpPr>
            <a:cxnSpLocks/>
          </p:cNvCxnSpPr>
          <p:nvPr/>
        </p:nvCxnSpPr>
        <p:spPr>
          <a:xfrm>
            <a:off x="5679440" y="2738771"/>
            <a:ext cx="473438" cy="4279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bdĺžnik: zaoblené rohy 22">
            <a:extLst>
              <a:ext uri="{FF2B5EF4-FFF2-40B4-BE49-F238E27FC236}">
                <a16:creationId xmlns:a16="http://schemas.microsoft.com/office/drawing/2014/main" id="{60349EF7-F868-402D-9D36-20DAEBFD651F}"/>
              </a:ext>
            </a:extLst>
          </p:cNvPr>
          <p:cNvSpPr/>
          <p:nvPr/>
        </p:nvSpPr>
        <p:spPr>
          <a:xfrm>
            <a:off x="9011920" y="1213721"/>
            <a:ext cx="2123440" cy="70612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2800" b="1" dirty="0">
                <a:solidFill>
                  <a:srgbClr val="FF0000"/>
                </a:solidFill>
              </a:rPr>
              <a:t>CHLAP</a:t>
            </a:r>
          </a:p>
        </p:txBody>
      </p:sp>
      <p:sp>
        <p:nvSpPr>
          <p:cNvPr id="24" name="Obdĺžnik: zaoblené rohy 23">
            <a:extLst>
              <a:ext uri="{FF2B5EF4-FFF2-40B4-BE49-F238E27FC236}">
                <a16:creationId xmlns:a16="http://schemas.microsoft.com/office/drawing/2014/main" id="{26EEAF49-0868-4EB8-BC00-5A225CC52A4C}"/>
              </a:ext>
            </a:extLst>
          </p:cNvPr>
          <p:cNvSpPr/>
          <p:nvPr/>
        </p:nvSpPr>
        <p:spPr>
          <a:xfrm>
            <a:off x="9011920" y="2089146"/>
            <a:ext cx="2123440" cy="70612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2800" b="1" dirty="0">
                <a:solidFill>
                  <a:srgbClr val="00B050"/>
                </a:solidFill>
              </a:rPr>
              <a:t>HRDINA</a:t>
            </a:r>
          </a:p>
        </p:txBody>
      </p:sp>
      <p:sp>
        <p:nvSpPr>
          <p:cNvPr id="25" name="Obdĺžnik: zaoblené rohy 24">
            <a:extLst>
              <a:ext uri="{FF2B5EF4-FFF2-40B4-BE49-F238E27FC236}">
                <a16:creationId xmlns:a16="http://schemas.microsoft.com/office/drawing/2014/main" id="{CE14BDD3-7310-40EE-AB7A-3A045E3B3296}"/>
              </a:ext>
            </a:extLst>
          </p:cNvPr>
          <p:cNvSpPr/>
          <p:nvPr/>
        </p:nvSpPr>
        <p:spPr>
          <a:xfrm>
            <a:off x="9011920" y="2949582"/>
            <a:ext cx="2123440" cy="70612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28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DUB</a:t>
            </a:r>
          </a:p>
        </p:txBody>
      </p:sp>
      <p:sp>
        <p:nvSpPr>
          <p:cNvPr id="26" name="Obdĺžnik: zaoblené rohy 25">
            <a:extLst>
              <a:ext uri="{FF2B5EF4-FFF2-40B4-BE49-F238E27FC236}">
                <a16:creationId xmlns:a16="http://schemas.microsoft.com/office/drawing/2014/main" id="{4CBC4466-BCCD-4F50-B894-CC6F6F297907}"/>
              </a:ext>
            </a:extLst>
          </p:cNvPr>
          <p:cNvSpPr/>
          <p:nvPr/>
        </p:nvSpPr>
        <p:spPr>
          <a:xfrm>
            <a:off x="9011920" y="3810018"/>
            <a:ext cx="2123440" cy="70612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2800" b="1" dirty="0">
                <a:solidFill>
                  <a:schemeClr val="accent5">
                    <a:lumMod val="50000"/>
                  </a:schemeClr>
                </a:solidFill>
              </a:rPr>
              <a:t>STROJ</a:t>
            </a:r>
          </a:p>
        </p:txBody>
      </p:sp>
      <p:cxnSp>
        <p:nvCxnSpPr>
          <p:cNvPr id="27" name="Rovná spojovacia šípka 26">
            <a:extLst>
              <a:ext uri="{FF2B5EF4-FFF2-40B4-BE49-F238E27FC236}">
                <a16:creationId xmlns:a16="http://schemas.microsoft.com/office/drawing/2014/main" id="{3D7795F7-C187-4793-BC1C-F8982F0A9A24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8239760" y="1566783"/>
            <a:ext cx="772160" cy="4756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Rovná spojovacia šípka 28">
            <a:extLst>
              <a:ext uri="{FF2B5EF4-FFF2-40B4-BE49-F238E27FC236}">
                <a16:creationId xmlns:a16="http://schemas.microsoft.com/office/drawing/2014/main" id="{BC5D44A7-A711-4DC2-84EF-B808BE329AF4}"/>
              </a:ext>
            </a:extLst>
          </p:cNvPr>
          <p:cNvCxnSpPr>
            <a:cxnSpLocks/>
            <a:stCxn id="12" idx="3"/>
            <a:endCxn id="24" idx="1"/>
          </p:cNvCxnSpPr>
          <p:nvPr/>
        </p:nvCxnSpPr>
        <p:spPr>
          <a:xfrm>
            <a:off x="8219440" y="2049783"/>
            <a:ext cx="792480" cy="3924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Rovná spojovacia šípka 31">
            <a:extLst>
              <a:ext uri="{FF2B5EF4-FFF2-40B4-BE49-F238E27FC236}">
                <a16:creationId xmlns:a16="http://schemas.microsoft.com/office/drawing/2014/main" id="{EB7DAB45-039F-4285-A77B-74B93B908FF0}"/>
              </a:ext>
            </a:extLst>
          </p:cNvPr>
          <p:cNvCxnSpPr>
            <a:cxnSpLocks/>
          </p:cNvCxnSpPr>
          <p:nvPr/>
        </p:nvCxnSpPr>
        <p:spPr>
          <a:xfrm flipV="1">
            <a:off x="8229600" y="3166770"/>
            <a:ext cx="782320" cy="2667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Rovná spojovacia šípka 33">
            <a:extLst>
              <a:ext uri="{FF2B5EF4-FFF2-40B4-BE49-F238E27FC236}">
                <a16:creationId xmlns:a16="http://schemas.microsoft.com/office/drawing/2014/main" id="{352F1487-2E49-464B-91F6-9E97DC99CCD7}"/>
              </a:ext>
            </a:extLst>
          </p:cNvPr>
          <p:cNvCxnSpPr>
            <a:cxnSpLocks/>
          </p:cNvCxnSpPr>
          <p:nvPr/>
        </p:nvCxnSpPr>
        <p:spPr>
          <a:xfrm>
            <a:off x="8239760" y="3411183"/>
            <a:ext cx="762000" cy="7315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468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6" presetClass="entr" presetSubtype="2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828CF1-C360-4EC7-99FE-2D72EF6AD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k-SK" sz="3600" dirty="0">
                <a:latin typeface="Arial" panose="020B0604020202020204" pitchFamily="34" charset="0"/>
                <a:cs typeface="Arial" panose="020B0604020202020204" pitchFamily="34" charset="0"/>
              </a:rPr>
              <a:t>URČ VZORY </a:t>
            </a:r>
            <a:r>
              <a:rPr lang="sk-SK" sz="3600" dirty="0" err="1">
                <a:latin typeface="Arial" panose="020B0604020202020204" pitchFamily="34" charset="0"/>
                <a:cs typeface="Arial" panose="020B0604020202020204" pitchFamily="34" charset="0"/>
              </a:rPr>
              <a:t>PODSTATNýCH</a:t>
            </a:r>
            <a:r>
              <a:rPr lang="sk-SK" sz="3600" dirty="0">
                <a:latin typeface="Arial" panose="020B0604020202020204" pitchFamily="34" charset="0"/>
                <a:cs typeface="Arial" panose="020B0604020202020204" pitchFamily="34" charset="0"/>
              </a:rPr>
              <a:t> MIEN.</a:t>
            </a:r>
          </a:p>
        </p:txBody>
      </p:sp>
      <p:sp>
        <p:nvSpPr>
          <p:cNvPr id="24" name="Zástupný objekt pre obsah 23">
            <a:extLst>
              <a:ext uri="{FF2B5EF4-FFF2-40B4-BE49-F238E27FC236}">
                <a16:creationId xmlns:a16="http://schemas.microsoft.com/office/drawing/2014/main" id="{5E0E9D66-680E-403F-AFB7-C00CD797B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7438" y="1128451"/>
            <a:ext cx="2700562" cy="548639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sk-SK" sz="3600" dirty="0">
                <a:solidFill>
                  <a:schemeClr val="tx1"/>
                </a:solidFill>
              </a:rPr>
              <a:t>strom –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sk-SK" sz="3600" dirty="0">
                <a:solidFill>
                  <a:schemeClr val="tx1"/>
                </a:solidFill>
              </a:rPr>
              <a:t>učiteľ –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sk-SK" sz="3600" dirty="0">
                <a:solidFill>
                  <a:schemeClr val="tx1"/>
                </a:solidFill>
              </a:rPr>
              <a:t>obraz –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sk-SK" sz="3600" dirty="0">
                <a:solidFill>
                  <a:schemeClr val="tx1"/>
                </a:solidFill>
              </a:rPr>
              <a:t>traktorista –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sk-SK" sz="3600" dirty="0">
                <a:solidFill>
                  <a:schemeClr val="tx1"/>
                </a:solidFill>
              </a:rPr>
              <a:t>kocúr –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sk-SK" sz="3600" dirty="0">
                <a:solidFill>
                  <a:schemeClr val="tx1"/>
                </a:solidFill>
              </a:rPr>
              <a:t>pomník – </a:t>
            </a:r>
          </a:p>
        </p:txBody>
      </p:sp>
      <p:sp>
        <p:nvSpPr>
          <p:cNvPr id="26" name="BlokTextu 25">
            <a:extLst>
              <a:ext uri="{FF2B5EF4-FFF2-40B4-BE49-F238E27FC236}">
                <a16:creationId xmlns:a16="http://schemas.microsoft.com/office/drawing/2014/main" id="{10E7EF11-2AF4-431F-94DA-6AF18272B253}"/>
              </a:ext>
            </a:extLst>
          </p:cNvPr>
          <p:cNvSpPr txBox="1"/>
          <p:nvPr/>
        </p:nvSpPr>
        <p:spPr>
          <a:xfrm>
            <a:off x="7325360" y="1200557"/>
            <a:ext cx="2509520" cy="4980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sk-SK" sz="3600" dirty="0"/>
              <a:t>vojak –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sk-SK" sz="3600" dirty="0"/>
              <a:t>potok –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sk-SK" sz="3600" dirty="0"/>
              <a:t>predavač –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sk-SK" sz="3600" dirty="0"/>
              <a:t>kvet –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sk-SK" sz="3600" dirty="0"/>
              <a:t>starosta –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sk-SK" sz="3600" dirty="0"/>
              <a:t>dom - </a:t>
            </a:r>
          </a:p>
        </p:txBody>
      </p:sp>
      <p:sp>
        <p:nvSpPr>
          <p:cNvPr id="27" name="BlokTextu 26">
            <a:extLst>
              <a:ext uri="{FF2B5EF4-FFF2-40B4-BE49-F238E27FC236}">
                <a16:creationId xmlns:a16="http://schemas.microsoft.com/office/drawing/2014/main" id="{4179430B-D490-4327-AB4B-1DF5D6575243}"/>
              </a:ext>
            </a:extLst>
          </p:cNvPr>
          <p:cNvSpPr txBox="1"/>
          <p:nvPr/>
        </p:nvSpPr>
        <p:spPr>
          <a:xfrm>
            <a:off x="3256280" y="1381760"/>
            <a:ext cx="1239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3200" b="1" dirty="0">
                <a:solidFill>
                  <a:srgbClr val="00B0F0"/>
                </a:solidFill>
              </a:rPr>
              <a:t>DUB</a:t>
            </a:r>
          </a:p>
        </p:txBody>
      </p:sp>
      <p:sp>
        <p:nvSpPr>
          <p:cNvPr id="28" name="BlokTextu 27">
            <a:extLst>
              <a:ext uri="{FF2B5EF4-FFF2-40B4-BE49-F238E27FC236}">
                <a16:creationId xmlns:a16="http://schemas.microsoft.com/office/drawing/2014/main" id="{00F8616F-643D-4B1B-B4E6-557B45020670}"/>
              </a:ext>
            </a:extLst>
          </p:cNvPr>
          <p:cNvSpPr txBox="1"/>
          <p:nvPr/>
        </p:nvSpPr>
        <p:spPr>
          <a:xfrm>
            <a:off x="3256280" y="3196308"/>
            <a:ext cx="1239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3200" b="1" dirty="0">
                <a:solidFill>
                  <a:srgbClr val="00B0F0"/>
                </a:solidFill>
              </a:rPr>
              <a:t>DUB</a:t>
            </a:r>
          </a:p>
        </p:txBody>
      </p:sp>
      <p:sp>
        <p:nvSpPr>
          <p:cNvPr id="29" name="BlokTextu 28">
            <a:extLst>
              <a:ext uri="{FF2B5EF4-FFF2-40B4-BE49-F238E27FC236}">
                <a16:creationId xmlns:a16="http://schemas.microsoft.com/office/drawing/2014/main" id="{392E0BDC-1C75-4DE7-9D3B-B087AB7C91A3}"/>
              </a:ext>
            </a:extLst>
          </p:cNvPr>
          <p:cNvSpPr txBox="1"/>
          <p:nvPr/>
        </p:nvSpPr>
        <p:spPr>
          <a:xfrm>
            <a:off x="3256280" y="5008190"/>
            <a:ext cx="1239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3200" b="1" dirty="0">
                <a:solidFill>
                  <a:srgbClr val="00B0F0"/>
                </a:solidFill>
              </a:rPr>
              <a:t>DUB</a:t>
            </a:r>
          </a:p>
        </p:txBody>
      </p:sp>
      <p:sp>
        <p:nvSpPr>
          <p:cNvPr id="30" name="BlokTextu 29">
            <a:extLst>
              <a:ext uri="{FF2B5EF4-FFF2-40B4-BE49-F238E27FC236}">
                <a16:creationId xmlns:a16="http://schemas.microsoft.com/office/drawing/2014/main" id="{AE8B1250-0A91-47E0-9D98-6872A54628BE}"/>
              </a:ext>
            </a:extLst>
          </p:cNvPr>
          <p:cNvSpPr txBox="1"/>
          <p:nvPr/>
        </p:nvSpPr>
        <p:spPr>
          <a:xfrm>
            <a:off x="3596641" y="5895226"/>
            <a:ext cx="1239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3200" b="1" dirty="0">
                <a:solidFill>
                  <a:srgbClr val="00B0F0"/>
                </a:solidFill>
              </a:rPr>
              <a:t>DUB</a:t>
            </a:r>
          </a:p>
        </p:txBody>
      </p:sp>
      <p:sp>
        <p:nvSpPr>
          <p:cNvPr id="31" name="BlokTextu 30">
            <a:extLst>
              <a:ext uri="{FF2B5EF4-FFF2-40B4-BE49-F238E27FC236}">
                <a16:creationId xmlns:a16="http://schemas.microsoft.com/office/drawing/2014/main" id="{E33996EA-3332-405E-AE77-B62F20A7C502}"/>
              </a:ext>
            </a:extLst>
          </p:cNvPr>
          <p:cNvSpPr txBox="1"/>
          <p:nvPr/>
        </p:nvSpPr>
        <p:spPr>
          <a:xfrm>
            <a:off x="8925560" y="2243208"/>
            <a:ext cx="1239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3200" b="1" dirty="0">
                <a:solidFill>
                  <a:srgbClr val="00B0F0"/>
                </a:solidFill>
              </a:rPr>
              <a:t>DUB</a:t>
            </a:r>
          </a:p>
        </p:txBody>
      </p:sp>
      <p:sp>
        <p:nvSpPr>
          <p:cNvPr id="32" name="BlokTextu 31">
            <a:extLst>
              <a:ext uri="{FF2B5EF4-FFF2-40B4-BE49-F238E27FC236}">
                <a16:creationId xmlns:a16="http://schemas.microsoft.com/office/drawing/2014/main" id="{3C9C15A3-97A6-4E67-880B-42EEE9626542}"/>
              </a:ext>
            </a:extLst>
          </p:cNvPr>
          <p:cNvSpPr txBox="1"/>
          <p:nvPr/>
        </p:nvSpPr>
        <p:spPr>
          <a:xfrm>
            <a:off x="8580120" y="3952296"/>
            <a:ext cx="1239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3200" b="1" dirty="0">
                <a:solidFill>
                  <a:srgbClr val="00B0F0"/>
                </a:solidFill>
              </a:rPr>
              <a:t>DUB</a:t>
            </a:r>
          </a:p>
        </p:txBody>
      </p:sp>
      <p:sp>
        <p:nvSpPr>
          <p:cNvPr id="33" name="BlokTextu 32">
            <a:extLst>
              <a:ext uri="{FF2B5EF4-FFF2-40B4-BE49-F238E27FC236}">
                <a16:creationId xmlns:a16="http://schemas.microsoft.com/office/drawing/2014/main" id="{F55835E0-6FE5-44EB-B58E-8EE9F05B3115}"/>
              </a:ext>
            </a:extLst>
          </p:cNvPr>
          <p:cNvSpPr txBox="1"/>
          <p:nvPr/>
        </p:nvSpPr>
        <p:spPr>
          <a:xfrm>
            <a:off x="8595360" y="5587191"/>
            <a:ext cx="1239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3200" b="1" dirty="0">
                <a:solidFill>
                  <a:srgbClr val="00B0F0"/>
                </a:solidFill>
              </a:rPr>
              <a:t>DUB</a:t>
            </a:r>
          </a:p>
        </p:txBody>
      </p:sp>
      <p:sp>
        <p:nvSpPr>
          <p:cNvPr id="34" name="BlokTextu 33">
            <a:extLst>
              <a:ext uri="{FF2B5EF4-FFF2-40B4-BE49-F238E27FC236}">
                <a16:creationId xmlns:a16="http://schemas.microsoft.com/office/drawing/2014/main" id="{C09F1DB4-4370-4C90-9A13-31BC85DE5DCA}"/>
              </a:ext>
            </a:extLst>
          </p:cNvPr>
          <p:cNvSpPr txBox="1"/>
          <p:nvPr/>
        </p:nvSpPr>
        <p:spPr>
          <a:xfrm>
            <a:off x="3258822" y="2287701"/>
            <a:ext cx="17678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3200" b="1" dirty="0">
                <a:solidFill>
                  <a:srgbClr val="FF0000"/>
                </a:solidFill>
              </a:rPr>
              <a:t>CHLAP</a:t>
            </a:r>
          </a:p>
        </p:txBody>
      </p:sp>
      <p:sp>
        <p:nvSpPr>
          <p:cNvPr id="35" name="BlokTextu 34">
            <a:extLst>
              <a:ext uri="{FF2B5EF4-FFF2-40B4-BE49-F238E27FC236}">
                <a16:creationId xmlns:a16="http://schemas.microsoft.com/office/drawing/2014/main" id="{F1B3D192-7D73-4F25-8C9A-20651C37E766}"/>
              </a:ext>
            </a:extLst>
          </p:cNvPr>
          <p:cNvSpPr txBox="1"/>
          <p:nvPr/>
        </p:nvSpPr>
        <p:spPr>
          <a:xfrm>
            <a:off x="8806723" y="1496334"/>
            <a:ext cx="17678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3200" b="1" dirty="0">
                <a:solidFill>
                  <a:srgbClr val="FF0000"/>
                </a:solidFill>
              </a:rPr>
              <a:t>CHLAP</a:t>
            </a:r>
          </a:p>
        </p:txBody>
      </p:sp>
      <p:sp>
        <p:nvSpPr>
          <p:cNvPr id="36" name="BlokTextu 35">
            <a:extLst>
              <a:ext uri="{FF2B5EF4-FFF2-40B4-BE49-F238E27FC236}">
                <a16:creationId xmlns:a16="http://schemas.microsoft.com/office/drawing/2014/main" id="{2AC26D90-6BD4-40F3-B5EE-3603B96CE608}"/>
              </a:ext>
            </a:extLst>
          </p:cNvPr>
          <p:cNvSpPr txBox="1"/>
          <p:nvPr/>
        </p:nvSpPr>
        <p:spPr>
          <a:xfrm>
            <a:off x="9545320" y="3124368"/>
            <a:ext cx="17678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3200" b="1" dirty="0">
                <a:solidFill>
                  <a:srgbClr val="FF0000"/>
                </a:solidFill>
              </a:rPr>
              <a:t>CHLAP</a:t>
            </a:r>
          </a:p>
        </p:txBody>
      </p:sp>
      <p:sp>
        <p:nvSpPr>
          <p:cNvPr id="37" name="BlokTextu 36">
            <a:extLst>
              <a:ext uri="{FF2B5EF4-FFF2-40B4-BE49-F238E27FC236}">
                <a16:creationId xmlns:a16="http://schemas.microsoft.com/office/drawing/2014/main" id="{A822AC3E-2C4C-4CF3-878A-E10C9DF56FA6}"/>
              </a:ext>
            </a:extLst>
          </p:cNvPr>
          <p:cNvSpPr txBox="1"/>
          <p:nvPr/>
        </p:nvSpPr>
        <p:spPr>
          <a:xfrm>
            <a:off x="4017011" y="4091463"/>
            <a:ext cx="20789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3200" b="1" dirty="0">
                <a:solidFill>
                  <a:srgbClr val="00B050"/>
                </a:solidFill>
              </a:rPr>
              <a:t>HRDINA</a:t>
            </a:r>
          </a:p>
        </p:txBody>
      </p:sp>
      <p:sp>
        <p:nvSpPr>
          <p:cNvPr id="38" name="BlokTextu 37">
            <a:extLst>
              <a:ext uri="{FF2B5EF4-FFF2-40B4-BE49-F238E27FC236}">
                <a16:creationId xmlns:a16="http://schemas.microsoft.com/office/drawing/2014/main" id="{AEF74B76-89DE-42B7-8EE8-EAB8B1399DA5}"/>
              </a:ext>
            </a:extLst>
          </p:cNvPr>
          <p:cNvSpPr txBox="1"/>
          <p:nvPr/>
        </p:nvSpPr>
        <p:spPr>
          <a:xfrm>
            <a:off x="9345931" y="4733052"/>
            <a:ext cx="20789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3200" b="1" dirty="0">
                <a:solidFill>
                  <a:srgbClr val="00B050"/>
                </a:solidFill>
              </a:rPr>
              <a:t>HRDINA</a:t>
            </a:r>
          </a:p>
        </p:txBody>
      </p:sp>
    </p:spTree>
    <p:extLst>
      <p:ext uri="{BB962C8B-B14F-4D97-AF65-F5344CB8AC3E}">
        <p14:creationId xmlns:p14="http://schemas.microsoft.com/office/powerpoint/2010/main" val="1662077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6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7" dur="5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8" dur="500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976055-B043-4D0D-BA45-180D144E5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159" y="5669280"/>
            <a:ext cx="4041682" cy="975360"/>
          </a:xfrm>
        </p:spPr>
        <p:txBody>
          <a:bodyPr/>
          <a:lstStyle/>
          <a:p>
            <a:pPr algn="ctr"/>
            <a:r>
              <a:rPr lang="sk-SK" dirty="0"/>
              <a:t>Vzor STROJ</a:t>
            </a:r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3C35FFE5-6098-4ACF-A193-63FAAB0F12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663441" y="685934"/>
            <a:ext cx="3058160" cy="45890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845509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8E777F-0701-4525-B75B-FE2F3B1B8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9280" y="822959"/>
            <a:ext cx="4297680" cy="1112517"/>
          </a:xfrm>
        </p:spPr>
        <p:txBody>
          <a:bodyPr/>
          <a:lstStyle/>
          <a:p>
            <a:r>
              <a:rPr lang="sk-SK" dirty="0"/>
              <a:t>Vzor STROJ</a:t>
            </a:r>
          </a:p>
        </p:txBody>
      </p:sp>
      <p:graphicFrame>
        <p:nvGraphicFramePr>
          <p:cNvPr id="5" name="Tabuľka 5">
            <a:extLst>
              <a:ext uri="{FF2B5EF4-FFF2-40B4-BE49-F238E27FC236}">
                <a16:creationId xmlns:a16="http://schemas.microsoft.com/office/drawing/2014/main" id="{960DDB6C-6A64-4ACC-89BE-5E0C0B0E8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352382"/>
              </p:ext>
            </p:extLst>
          </p:nvPr>
        </p:nvGraphicFramePr>
        <p:xfrm>
          <a:off x="1473200" y="2397760"/>
          <a:ext cx="9723121" cy="415253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433477">
                  <a:extLst>
                    <a:ext uri="{9D8B030D-6E8A-4147-A177-3AD203B41FA5}">
                      <a16:colId xmlns:a16="http://schemas.microsoft.com/office/drawing/2014/main" val="1295087280"/>
                    </a:ext>
                  </a:extLst>
                </a:gridCol>
                <a:gridCol w="3045228">
                  <a:extLst>
                    <a:ext uri="{9D8B030D-6E8A-4147-A177-3AD203B41FA5}">
                      <a16:colId xmlns:a16="http://schemas.microsoft.com/office/drawing/2014/main" val="1276951675"/>
                    </a:ext>
                  </a:extLst>
                </a:gridCol>
                <a:gridCol w="3244416">
                  <a:extLst>
                    <a:ext uri="{9D8B030D-6E8A-4147-A177-3AD203B41FA5}">
                      <a16:colId xmlns:a16="http://schemas.microsoft.com/office/drawing/2014/main" val="3016107255"/>
                    </a:ext>
                  </a:extLst>
                </a:gridCol>
              </a:tblGrid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Vzor STROJ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jednotné číslo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množné číslo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424453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NOMINATÍV</a:t>
                      </a:r>
                      <a:r>
                        <a:rPr lang="sk-SK" dirty="0"/>
                        <a:t> (Kto? Čo?)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1318223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GENITÍV</a:t>
                      </a:r>
                      <a:r>
                        <a:rPr lang="sk-SK" dirty="0"/>
                        <a:t> (Bez koho? Čoho?)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831110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DATÍV </a:t>
                      </a:r>
                      <a:r>
                        <a:rPr lang="sk-SK" dirty="0"/>
                        <a:t>(Komu dám? Čomu dám?)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8493541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AKUZATÍV</a:t>
                      </a:r>
                      <a:r>
                        <a:rPr lang="sk-SK" dirty="0"/>
                        <a:t> (Vidím koho? Čo?)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9712142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LOKÁL </a:t>
                      </a:r>
                      <a:r>
                        <a:rPr lang="sk-SK" dirty="0"/>
                        <a:t>(hovorím o kom? Čom?)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5432484"/>
                  </a:ext>
                </a:extLst>
              </a:tr>
              <a:tr h="643228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INŠTRUMENTÁL</a:t>
                      </a:r>
                      <a:r>
                        <a:rPr lang="sk-SK" dirty="0"/>
                        <a:t> (s kým? S čím?)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sk-SK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k-SK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210380"/>
                  </a:ext>
                </a:extLst>
              </a:tr>
            </a:tbl>
          </a:graphicData>
        </a:graphic>
      </p:graphicFrame>
      <p:pic>
        <p:nvPicPr>
          <p:cNvPr id="6" name="Obrázok 5">
            <a:extLst>
              <a:ext uri="{FF2B5EF4-FFF2-40B4-BE49-F238E27FC236}">
                <a16:creationId xmlns:a16="http://schemas.microsoft.com/office/drawing/2014/main" id="{5847519B-B221-45F4-A3B1-E0FD3C6CB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081878" y="178411"/>
            <a:ext cx="1230164" cy="18459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21735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8E777F-0701-4525-B75B-FE2F3B1B8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9680" y="861653"/>
            <a:ext cx="4297680" cy="1112517"/>
          </a:xfrm>
        </p:spPr>
        <p:txBody>
          <a:bodyPr/>
          <a:lstStyle/>
          <a:p>
            <a:r>
              <a:rPr lang="sk-SK" dirty="0"/>
              <a:t>Vzor STROJ</a:t>
            </a:r>
          </a:p>
        </p:txBody>
      </p:sp>
      <p:graphicFrame>
        <p:nvGraphicFramePr>
          <p:cNvPr id="5" name="Tabuľka 5">
            <a:extLst>
              <a:ext uri="{FF2B5EF4-FFF2-40B4-BE49-F238E27FC236}">
                <a16:creationId xmlns:a16="http://schemas.microsoft.com/office/drawing/2014/main" id="{960DDB6C-6A64-4ACC-89BE-5E0C0B0E8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972202"/>
              </p:ext>
            </p:extLst>
          </p:nvPr>
        </p:nvGraphicFramePr>
        <p:xfrm>
          <a:off x="1473200" y="2397760"/>
          <a:ext cx="9723121" cy="415253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433477">
                  <a:extLst>
                    <a:ext uri="{9D8B030D-6E8A-4147-A177-3AD203B41FA5}">
                      <a16:colId xmlns:a16="http://schemas.microsoft.com/office/drawing/2014/main" val="1295087280"/>
                    </a:ext>
                  </a:extLst>
                </a:gridCol>
                <a:gridCol w="3045228">
                  <a:extLst>
                    <a:ext uri="{9D8B030D-6E8A-4147-A177-3AD203B41FA5}">
                      <a16:colId xmlns:a16="http://schemas.microsoft.com/office/drawing/2014/main" val="1276951675"/>
                    </a:ext>
                  </a:extLst>
                </a:gridCol>
                <a:gridCol w="3244416">
                  <a:extLst>
                    <a:ext uri="{9D8B030D-6E8A-4147-A177-3AD203B41FA5}">
                      <a16:colId xmlns:a16="http://schemas.microsoft.com/office/drawing/2014/main" val="3016107255"/>
                    </a:ext>
                  </a:extLst>
                </a:gridCol>
              </a:tblGrid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Vzor STROJ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jednotné číslo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množné číslo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424453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NOMINATÍV</a:t>
                      </a:r>
                      <a:r>
                        <a:rPr lang="sk-SK" dirty="0"/>
                        <a:t> (Kto? Čo?)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800" dirty="0"/>
                        <a:t>STRO</a:t>
                      </a:r>
                      <a:r>
                        <a:rPr lang="sk-SK" sz="2800" b="1" dirty="0">
                          <a:solidFill>
                            <a:srgbClr val="FF0000"/>
                          </a:solidFill>
                        </a:rPr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800" dirty="0"/>
                        <a:t>STROJ</a:t>
                      </a:r>
                      <a:r>
                        <a:rPr lang="sk-SK" sz="2800" b="1" dirty="0">
                          <a:solidFill>
                            <a:srgbClr val="FF0000"/>
                          </a:solidFill>
                        </a:rPr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1318223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GENITÍV</a:t>
                      </a:r>
                      <a:r>
                        <a:rPr lang="sk-SK" dirty="0"/>
                        <a:t> (Bez koho? Čoho?)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800" dirty="0"/>
                        <a:t>STROJ</a:t>
                      </a:r>
                      <a:r>
                        <a:rPr lang="sk-SK" sz="2800" b="1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800" dirty="0"/>
                        <a:t>STROJ</a:t>
                      </a:r>
                      <a:r>
                        <a:rPr lang="sk-SK" sz="2800" b="1" dirty="0">
                          <a:solidFill>
                            <a:srgbClr val="FF0000"/>
                          </a:solidFill>
                        </a:rPr>
                        <a:t>OV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831110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DATÍV </a:t>
                      </a:r>
                      <a:r>
                        <a:rPr lang="sk-SK" dirty="0"/>
                        <a:t>(Komu dám? Čomu dám?)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800" dirty="0"/>
                        <a:t>STROJ</a:t>
                      </a:r>
                      <a:r>
                        <a:rPr lang="sk-SK" sz="2800" b="1" dirty="0">
                          <a:solidFill>
                            <a:srgbClr val="FF0000"/>
                          </a:solidFill>
                        </a:rPr>
                        <a:t>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800" dirty="0"/>
                        <a:t>STROJ</a:t>
                      </a:r>
                      <a:r>
                        <a:rPr lang="sk-SK" sz="2800" b="1" dirty="0">
                          <a:solidFill>
                            <a:srgbClr val="FF0000"/>
                          </a:solidFill>
                        </a:rPr>
                        <a:t>OM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8493541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AKUZATÍV</a:t>
                      </a:r>
                      <a:r>
                        <a:rPr lang="sk-SK" dirty="0"/>
                        <a:t> (Vidím koho? Čo?)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800" dirty="0"/>
                        <a:t>STRO</a:t>
                      </a:r>
                      <a:r>
                        <a:rPr lang="sk-SK" sz="2800" b="1" dirty="0">
                          <a:solidFill>
                            <a:srgbClr val="FF0000"/>
                          </a:solidFill>
                        </a:rPr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800" dirty="0"/>
                        <a:t>STROJ</a:t>
                      </a:r>
                      <a:r>
                        <a:rPr lang="sk-SK" sz="2800" b="1" dirty="0">
                          <a:solidFill>
                            <a:srgbClr val="FF0000"/>
                          </a:solidFill>
                        </a:rPr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9712142"/>
                  </a:ext>
                </a:extLst>
              </a:tr>
              <a:tr h="584885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LOKÁL </a:t>
                      </a:r>
                      <a:r>
                        <a:rPr lang="sk-SK" dirty="0"/>
                        <a:t>(hovorím o kom? Čom?)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800" dirty="0"/>
                        <a:t>STROJ</a:t>
                      </a:r>
                      <a:r>
                        <a:rPr lang="sk-SK" sz="2800" b="1" dirty="0">
                          <a:solidFill>
                            <a:srgbClr val="FF0000"/>
                          </a:solidFill>
                        </a:rPr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800" dirty="0"/>
                        <a:t>STROJ</a:t>
                      </a:r>
                      <a:r>
                        <a:rPr lang="sk-SK" sz="2800" b="1" dirty="0">
                          <a:solidFill>
                            <a:srgbClr val="FF0000"/>
                          </a:solidFill>
                        </a:rPr>
                        <a:t>OCH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5432484"/>
                  </a:ext>
                </a:extLst>
              </a:tr>
              <a:tr h="643228">
                <a:tc>
                  <a:txBody>
                    <a:bodyPr/>
                    <a:lstStyle/>
                    <a:p>
                      <a:pPr algn="ctr"/>
                      <a:r>
                        <a:rPr lang="sk-SK" b="1" dirty="0"/>
                        <a:t>INŠTRUMENTÁL</a:t>
                      </a:r>
                      <a:r>
                        <a:rPr lang="sk-SK" dirty="0"/>
                        <a:t> (s kým? S čím?)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800" dirty="0"/>
                        <a:t>STROJ</a:t>
                      </a:r>
                      <a:r>
                        <a:rPr lang="sk-SK" sz="2800" b="1" dirty="0">
                          <a:solidFill>
                            <a:srgbClr val="FF0000"/>
                          </a:solidFill>
                        </a:rPr>
                        <a:t>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2800" dirty="0"/>
                        <a:t>STROJ</a:t>
                      </a:r>
                      <a:r>
                        <a:rPr lang="sk-SK" sz="2800" b="1" dirty="0">
                          <a:solidFill>
                            <a:srgbClr val="FF0000"/>
                          </a:solidFill>
                        </a:rPr>
                        <a:t>MI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210380"/>
                  </a:ext>
                </a:extLst>
              </a:tr>
            </a:tbl>
          </a:graphicData>
        </a:graphic>
      </p:graphicFrame>
      <p:pic>
        <p:nvPicPr>
          <p:cNvPr id="6" name="Obrázok 5">
            <a:extLst>
              <a:ext uri="{FF2B5EF4-FFF2-40B4-BE49-F238E27FC236}">
                <a16:creationId xmlns:a16="http://schemas.microsoft.com/office/drawing/2014/main" id="{5847519B-B221-45F4-A3B1-E0FD3C6CB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742278" y="180534"/>
            <a:ext cx="1230164" cy="18459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BlokTextu 6">
            <a:extLst>
              <a:ext uri="{FF2B5EF4-FFF2-40B4-BE49-F238E27FC236}">
                <a16:creationId xmlns:a16="http://schemas.microsoft.com/office/drawing/2014/main" id="{706B7B03-B7D3-40B3-86AB-55EEF9C7A0E3}"/>
              </a:ext>
            </a:extLst>
          </p:cNvPr>
          <p:cNvSpPr txBox="1"/>
          <p:nvPr/>
        </p:nvSpPr>
        <p:spPr>
          <a:xfrm>
            <a:off x="1564639" y="180534"/>
            <a:ext cx="3240225" cy="193899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k-SK" sz="2400" b="1" dirty="0"/>
              <a:t>N jednotné číslo</a:t>
            </a:r>
          </a:p>
          <a:p>
            <a:pPr algn="ctr"/>
            <a:r>
              <a:rPr lang="sk-SK" sz="2400" dirty="0"/>
              <a:t>mäkká spoluhláska</a:t>
            </a:r>
          </a:p>
          <a:p>
            <a:pPr algn="ctr"/>
            <a:endParaRPr lang="sk-SK" sz="2400" b="1" dirty="0"/>
          </a:p>
          <a:p>
            <a:pPr algn="ctr"/>
            <a:r>
              <a:rPr lang="sk-SK" sz="2400" b="1" dirty="0"/>
              <a:t>N množné číslo</a:t>
            </a:r>
          </a:p>
          <a:p>
            <a:pPr algn="ctr"/>
            <a:r>
              <a:rPr lang="sk-SK" sz="2400" dirty="0"/>
              <a:t>zakončené na -e</a:t>
            </a: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4DB2870C-2EE5-43DA-9E48-61855F1E2DB4}"/>
              </a:ext>
            </a:extLst>
          </p:cNvPr>
          <p:cNvSpPr txBox="1"/>
          <p:nvPr/>
        </p:nvSpPr>
        <p:spPr>
          <a:xfrm>
            <a:off x="5717339" y="1557028"/>
            <a:ext cx="2367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2400" b="1" dirty="0">
                <a:solidFill>
                  <a:srgbClr val="00B050"/>
                </a:solidFill>
              </a:rPr>
              <a:t>neživotné</a:t>
            </a:r>
          </a:p>
        </p:txBody>
      </p:sp>
    </p:spTree>
    <p:extLst>
      <p:ext uri="{BB962C8B-B14F-4D97-AF65-F5344CB8AC3E}">
        <p14:creationId xmlns:p14="http://schemas.microsoft.com/office/powerpoint/2010/main" val="1862176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objekt pre obsah 2">
            <a:extLst>
              <a:ext uri="{FF2B5EF4-FFF2-40B4-BE49-F238E27FC236}">
                <a16:creationId xmlns:a16="http://schemas.microsoft.com/office/drawing/2014/main" id="{E2B126AB-A6AB-48D8-ACD9-430845F61FCB}"/>
              </a:ext>
            </a:extLst>
          </p:cNvPr>
          <p:cNvSpPr txBox="1">
            <a:spLocks/>
          </p:cNvSpPr>
          <p:nvPr/>
        </p:nvSpPr>
        <p:spPr>
          <a:xfrm>
            <a:off x="1479328" y="2442730"/>
            <a:ext cx="7170867" cy="90670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k-SK" sz="4000" dirty="0">
                <a:solidFill>
                  <a:schemeClr val="tx1"/>
                </a:solidFill>
              </a:rPr>
              <a:t>Ď,  Ť,  Ň,   Ľ,   Č,  ĎŽ,  Ž,   Š,   C,   DZ,  J</a:t>
            </a: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3F203123-9BFA-4EDA-84FA-0470EF6C77A9}"/>
              </a:ext>
            </a:extLst>
          </p:cNvPr>
          <p:cNvSpPr txBox="1"/>
          <p:nvPr/>
        </p:nvSpPr>
        <p:spPr>
          <a:xfrm>
            <a:off x="1778002" y="1117137"/>
            <a:ext cx="6573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600" b="1" dirty="0">
                <a:solidFill>
                  <a:schemeClr val="accent4">
                    <a:lumMod val="75000"/>
                  </a:schemeClr>
                </a:solidFill>
              </a:rPr>
              <a:t>MÄKKÉ SPOLUHLÁSKY</a:t>
            </a: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B146D54D-DFCC-4926-95C2-4B0B6692CE8E}"/>
              </a:ext>
            </a:extLst>
          </p:cNvPr>
          <p:cNvSpPr txBox="1"/>
          <p:nvPr/>
        </p:nvSpPr>
        <p:spPr>
          <a:xfrm>
            <a:off x="3337157" y="3838883"/>
            <a:ext cx="1178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600" dirty="0"/>
              <a:t>me</a:t>
            </a:r>
            <a:r>
              <a:rPr lang="sk-SK" sz="3600" b="1" dirty="0">
                <a:solidFill>
                  <a:schemeClr val="accent4">
                    <a:lumMod val="75000"/>
                  </a:schemeClr>
                </a:solidFill>
              </a:rPr>
              <a:t>č</a:t>
            </a:r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A5AC51CB-9292-4F90-A2BF-BD86FC333E95}"/>
              </a:ext>
            </a:extLst>
          </p:cNvPr>
          <p:cNvSpPr txBox="1"/>
          <p:nvPr/>
        </p:nvSpPr>
        <p:spPr>
          <a:xfrm>
            <a:off x="5648154" y="4767468"/>
            <a:ext cx="1178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600" dirty="0"/>
              <a:t>kô</a:t>
            </a:r>
            <a:r>
              <a:rPr lang="sk-SK" sz="3600" b="1" dirty="0">
                <a:solidFill>
                  <a:schemeClr val="accent4">
                    <a:lumMod val="75000"/>
                  </a:schemeClr>
                </a:solidFill>
              </a:rPr>
              <a:t>š</a:t>
            </a: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C19FA8B8-0918-479A-A447-114EAD50B953}"/>
              </a:ext>
            </a:extLst>
          </p:cNvPr>
          <p:cNvSpPr txBox="1"/>
          <p:nvPr/>
        </p:nvSpPr>
        <p:spPr>
          <a:xfrm>
            <a:off x="1270000" y="4052841"/>
            <a:ext cx="1767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600" dirty="0"/>
              <a:t>kame</a:t>
            </a:r>
            <a:r>
              <a:rPr lang="sk-SK" sz="3600" b="1" dirty="0">
                <a:solidFill>
                  <a:schemeClr val="accent4">
                    <a:lumMod val="75000"/>
                  </a:schemeClr>
                </a:solidFill>
              </a:rPr>
              <a:t>ň</a:t>
            </a:r>
          </a:p>
        </p:txBody>
      </p:sp>
      <p:sp>
        <p:nvSpPr>
          <p:cNvPr id="11" name="BlokTextu 10">
            <a:extLst>
              <a:ext uri="{FF2B5EF4-FFF2-40B4-BE49-F238E27FC236}">
                <a16:creationId xmlns:a16="http://schemas.microsoft.com/office/drawing/2014/main" id="{536A60DB-A3B5-45B4-8E47-80F2F905B384}"/>
              </a:ext>
            </a:extLst>
          </p:cNvPr>
          <p:cNvSpPr txBox="1"/>
          <p:nvPr/>
        </p:nvSpPr>
        <p:spPr>
          <a:xfrm>
            <a:off x="2979944" y="4771366"/>
            <a:ext cx="1178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600" dirty="0"/>
              <a:t>pe</a:t>
            </a:r>
            <a:r>
              <a:rPr lang="sk-SK" sz="3600" b="1" dirty="0">
                <a:solidFill>
                  <a:schemeClr val="accent4">
                    <a:lumMod val="75000"/>
                  </a:schemeClr>
                </a:solidFill>
              </a:rPr>
              <a:t>ľ</a:t>
            </a:r>
          </a:p>
        </p:txBody>
      </p:sp>
      <p:sp>
        <p:nvSpPr>
          <p:cNvPr id="12" name="BlokTextu 11">
            <a:extLst>
              <a:ext uri="{FF2B5EF4-FFF2-40B4-BE49-F238E27FC236}">
                <a16:creationId xmlns:a16="http://schemas.microsoft.com/office/drawing/2014/main" id="{9221F888-9B80-4BEA-ABD6-C9C82F985549}"/>
              </a:ext>
            </a:extLst>
          </p:cNvPr>
          <p:cNvSpPr txBox="1"/>
          <p:nvPr/>
        </p:nvSpPr>
        <p:spPr>
          <a:xfrm>
            <a:off x="4815034" y="3739837"/>
            <a:ext cx="1178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600" dirty="0"/>
              <a:t>nô</a:t>
            </a:r>
            <a:r>
              <a:rPr lang="sk-SK" sz="3600" b="1" dirty="0">
                <a:solidFill>
                  <a:schemeClr val="accent4">
                    <a:lumMod val="75000"/>
                  </a:schemeClr>
                </a:solidFill>
              </a:rPr>
              <a:t>ž</a:t>
            </a:r>
          </a:p>
        </p:txBody>
      </p:sp>
      <p:sp>
        <p:nvSpPr>
          <p:cNvPr id="13" name="BlokTextu 12">
            <a:extLst>
              <a:ext uri="{FF2B5EF4-FFF2-40B4-BE49-F238E27FC236}">
                <a16:creationId xmlns:a16="http://schemas.microsoft.com/office/drawing/2014/main" id="{9D228F89-96C1-4296-A385-188E4B40708A}"/>
              </a:ext>
            </a:extLst>
          </p:cNvPr>
          <p:cNvSpPr txBox="1"/>
          <p:nvPr/>
        </p:nvSpPr>
        <p:spPr>
          <a:xfrm>
            <a:off x="6830572" y="3930487"/>
            <a:ext cx="1178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600" dirty="0"/>
              <a:t>stro</a:t>
            </a:r>
            <a:r>
              <a:rPr lang="sk-SK" sz="3600" b="1" dirty="0">
                <a:solidFill>
                  <a:schemeClr val="accent4">
                    <a:lumMod val="75000"/>
                  </a:schemeClr>
                </a:solidFill>
              </a:rPr>
              <a:t>j</a:t>
            </a:r>
          </a:p>
        </p:txBody>
      </p:sp>
      <p:sp>
        <p:nvSpPr>
          <p:cNvPr id="20" name="Nadpis 1">
            <a:extLst>
              <a:ext uri="{FF2B5EF4-FFF2-40B4-BE49-F238E27FC236}">
                <a16:creationId xmlns:a16="http://schemas.microsoft.com/office/drawing/2014/main" id="{F96D26DB-DBED-4431-B303-C6866D730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6365" y="4905238"/>
            <a:ext cx="3347650" cy="590443"/>
          </a:xfrm>
        </p:spPr>
        <p:txBody>
          <a:bodyPr>
            <a:normAutofit fontScale="90000"/>
          </a:bodyPr>
          <a:lstStyle/>
          <a:p>
            <a:pPr algn="ctr"/>
            <a:r>
              <a:rPr lang="sk-SK" dirty="0"/>
              <a:t>Vzor STROJ</a:t>
            </a:r>
          </a:p>
        </p:txBody>
      </p:sp>
      <p:pic>
        <p:nvPicPr>
          <p:cNvPr id="21" name="Obrázok 20">
            <a:extLst>
              <a:ext uri="{FF2B5EF4-FFF2-40B4-BE49-F238E27FC236}">
                <a16:creationId xmlns:a16="http://schemas.microsoft.com/office/drawing/2014/main" id="{117AEDF8-97C7-438A-9DA4-2248C01B51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950504" y="1229359"/>
            <a:ext cx="2107349" cy="31622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69276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9" grpId="0"/>
      <p:bldP spid="10" grpId="0"/>
      <p:bldP spid="11" grpId="0"/>
      <p:bldP spid="12" grpId="0"/>
      <p:bldP spid="2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828CF1-C360-4EC7-99FE-2D72EF6AD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4"/>
            <a:ext cx="10178322" cy="1659775"/>
          </a:xfrm>
        </p:spPr>
        <p:txBody>
          <a:bodyPr>
            <a:noAutofit/>
          </a:bodyPr>
          <a:lstStyle/>
          <a:p>
            <a:r>
              <a:rPr lang="sk-SK" sz="3600" dirty="0">
                <a:latin typeface="Arial" panose="020B0604020202020204" pitchFamily="34" charset="0"/>
                <a:cs typeface="Arial" panose="020B0604020202020204" pitchFamily="34" charset="0"/>
              </a:rPr>
              <a:t>Urč, či je podstatné meno zakončené na tvrdú, mäkkú alebo obojakú spoluhlásku.</a:t>
            </a:r>
          </a:p>
        </p:txBody>
      </p:sp>
      <p:sp>
        <p:nvSpPr>
          <p:cNvPr id="3" name="Obdĺžnik: zaoblené rohy 2">
            <a:extLst>
              <a:ext uri="{FF2B5EF4-FFF2-40B4-BE49-F238E27FC236}">
                <a16:creationId xmlns:a16="http://schemas.microsoft.com/office/drawing/2014/main" id="{611278AA-7949-4D71-A82C-3381A601CEF2}"/>
              </a:ext>
            </a:extLst>
          </p:cNvPr>
          <p:cNvSpPr/>
          <p:nvPr/>
        </p:nvSpPr>
        <p:spPr>
          <a:xfrm>
            <a:off x="4513038" y="4231639"/>
            <a:ext cx="2771682" cy="71628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2000" b="1" dirty="0">
                <a:solidFill>
                  <a:schemeClr val="tx1"/>
                </a:solidFill>
              </a:rPr>
              <a:t>TVRDÁ SPOLUHLÁSKA</a:t>
            </a:r>
          </a:p>
        </p:txBody>
      </p:sp>
      <p:sp>
        <p:nvSpPr>
          <p:cNvPr id="5" name="Obdĺžnik: zaoblené rohy 4">
            <a:extLst>
              <a:ext uri="{FF2B5EF4-FFF2-40B4-BE49-F238E27FC236}">
                <a16:creationId xmlns:a16="http://schemas.microsoft.com/office/drawing/2014/main" id="{5FD187FA-F240-4B2E-B386-B36391909BED}"/>
              </a:ext>
            </a:extLst>
          </p:cNvPr>
          <p:cNvSpPr/>
          <p:nvPr/>
        </p:nvSpPr>
        <p:spPr>
          <a:xfrm>
            <a:off x="1318717" y="4231639"/>
            <a:ext cx="2771682" cy="7162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2000" b="1" dirty="0">
                <a:solidFill>
                  <a:schemeClr val="tx1"/>
                </a:solidFill>
              </a:rPr>
              <a:t>MÄKKÁ SPOLUHLÁSKA</a:t>
            </a:r>
          </a:p>
        </p:txBody>
      </p:sp>
      <p:sp>
        <p:nvSpPr>
          <p:cNvPr id="6" name="Obdĺžnik: zaoblené rohy 5">
            <a:extLst>
              <a:ext uri="{FF2B5EF4-FFF2-40B4-BE49-F238E27FC236}">
                <a16:creationId xmlns:a16="http://schemas.microsoft.com/office/drawing/2014/main" id="{C82774BA-7171-42C4-97E9-7E537FBF50BC}"/>
              </a:ext>
            </a:extLst>
          </p:cNvPr>
          <p:cNvSpPr/>
          <p:nvPr/>
        </p:nvSpPr>
        <p:spPr>
          <a:xfrm>
            <a:off x="7957278" y="4231639"/>
            <a:ext cx="2771682" cy="71628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2000" b="1" dirty="0">
                <a:solidFill>
                  <a:schemeClr val="tx1"/>
                </a:solidFill>
              </a:rPr>
              <a:t>OBOJAKÁ SPOLUHLÁSKA</a:t>
            </a:r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3DDC2F5D-6057-400C-B26A-1B27FE009094}"/>
              </a:ext>
            </a:extLst>
          </p:cNvPr>
          <p:cNvSpPr txBox="1"/>
          <p:nvPr/>
        </p:nvSpPr>
        <p:spPr>
          <a:xfrm>
            <a:off x="2109199" y="2326511"/>
            <a:ext cx="797360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3200" dirty="0"/>
              <a:t>stôl, nôž, šampón, spev, kameň, vrch, kopec, džem, hrad, koláč, zošit, kôš, medveď, les, pavúk </a:t>
            </a:r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8ACD7C9C-EA3B-4CB4-ADBF-845278596349}"/>
              </a:ext>
            </a:extLst>
          </p:cNvPr>
          <p:cNvSpPr txBox="1"/>
          <p:nvPr/>
        </p:nvSpPr>
        <p:spPr>
          <a:xfrm>
            <a:off x="1251678" y="5171440"/>
            <a:ext cx="277168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2800" dirty="0"/>
              <a:t>nôž, kameň, kopec, koláč, kôš, medveď</a:t>
            </a: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5DCA0B51-04D5-406B-969E-00DCF018984C}"/>
              </a:ext>
            </a:extLst>
          </p:cNvPr>
          <p:cNvSpPr txBox="1"/>
          <p:nvPr/>
        </p:nvSpPr>
        <p:spPr>
          <a:xfrm>
            <a:off x="4689839" y="5171439"/>
            <a:ext cx="24180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2800" dirty="0"/>
              <a:t>stôl, šampón, vrch, hrad, zošit, pavúk</a:t>
            </a:r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B460BB85-1F44-461B-BBDE-BBA234484D73}"/>
              </a:ext>
            </a:extLst>
          </p:cNvPr>
          <p:cNvSpPr txBox="1"/>
          <p:nvPr/>
        </p:nvSpPr>
        <p:spPr>
          <a:xfrm>
            <a:off x="8205199" y="5340716"/>
            <a:ext cx="2418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2800" dirty="0"/>
              <a:t>spev, džem, les</a:t>
            </a: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E4194A08-6E17-415F-BCE0-E01F378BAC85}"/>
              </a:ext>
            </a:extLst>
          </p:cNvPr>
          <p:cNvSpPr txBox="1"/>
          <p:nvPr/>
        </p:nvSpPr>
        <p:spPr>
          <a:xfrm>
            <a:off x="1645920" y="3556074"/>
            <a:ext cx="2377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b="1" dirty="0">
                <a:solidFill>
                  <a:srgbClr val="FF0000"/>
                </a:solidFill>
              </a:rPr>
              <a:t>vzor STROJ</a:t>
            </a:r>
          </a:p>
        </p:txBody>
      </p:sp>
      <p:sp>
        <p:nvSpPr>
          <p:cNvPr id="12" name="BlokTextu 11">
            <a:extLst>
              <a:ext uri="{FF2B5EF4-FFF2-40B4-BE49-F238E27FC236}">
                <a16:creationId xmlns:a16="http://schemas.microsoft.com/office/drawing/2014/main" id="{0C4FABF4-04E5-470F-9189-0E151C8AFD03}"/>
              </a:ext>
            </a:extLst>
          </p:cNvPr>
          <p:cNvSpPr txBox="1"/>
          <p:nvPr/>
        </p:nvSpPr>
        <p:spPr>
          <a:xfrm>
            <a:off x="6513559" y="3627249"/>
            <a:ext cx="2377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b="1" dirty="0">
                <a:solidFill>
                  <a:srgbClr val="0070C0"/>
                </a:solidFill>
              </a:rPr>
              <a:t>vzor DUB</a:t>
            </a:r>
          </a:p>
        </p:txBody>
      </p:sp>
    </p:spTree>
    <p:extLst>
      <p:ext uri="{BB962C8B-B14F-4D97-AF65-F5344CB8AC3E}">
        <p14:creationId xmlns:p14="http://schemas.microsoft.com/office/powerpoint/2010/main" val="3503248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4" grpId="0"/>
      <p:bldP spid="7" grpId="0"/>
      <p:bldP spid="8" grpId="0"/>
      <p:bldP spid="9" grpId="0"/>
      <p:bldP spid="10" grpId="0"/>
      <p:bldP spid="1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828CF1-C360-4EC7-99FE-2D72EF6AD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19787"/>
            <a:ext cx="10178322" cy="1659775"/>
          </a:xfrm>
        </p:spPr>
        <p:txBody>
          <a:bodyPr>
            <a:noAutofit/>
          </a:bodyPr>
          <a:lstStyle/>
          <a:p>
            <a:r>
              <a:rPr lang="sk-SK" sz="3600" dirty="0">
                <a:latin typeface="Arial" panose="020B0604020202020204" pitchFamily="34" charset="0"/>
                <a:cs typeface="Arial" panose="020B0604020202020204" pitchFamily="34" charset="0"/>
              </a:rPr>
              <a:t>V texte doplň vhodné koncovky do slov.</a:t>
            </a:r>
          </a:p>
        </p:txBody>
      </p:sp>
      <p:sp>
        <p:nvSpPr>
          <p:cNvPr id="15" name="BlokTextu 14">
            <a:extLst>
              <a:ext uri="{FF2B5EF4-FFF2-40B4-BE49-F238E27FC236}">
                <a16:creationId xmlns:a16="http://schemas.microsoft.com/office/drawing/2014/main" id="{EAEE311E-A21E-4AC7-B915-14E75C2EF837}"/>
              </a:ext>
            </a:extLst>
          </p:cNvPr>
          <p:cNvSpPr txBox="1"/>
          <p:nvPr/>
        </p:nvSpPr>
        <p:spPr>
          <a:xfrm>
            <a:off x="1251678" y="1687175"/>
            <a:ext cx="968864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3200" dirty="0"/>
              <a:t>1. Na </a:t>
            </a:r>
            <a:r>
              <a:rPr lang="sk-SK" sz="3200" dirty="0" err="1"/>
              <a:t>stol</a:t>
            </a:r>
            <a:r>
              <a:rPr lang="sk-SK" sz="3200" dirty="0"/>
              <a:t>_ bol položený nôž, ktorým krájame chlieb. </a:t>
            </a:r>
          </a:p>
          <a:p>
            <a:r>
              <a:rPr lang="sk-SK" sz="3200" dirty="0"/>
              <a:t>2. Ráno zvyčajne pijeme šálku čaj_ s citrónom. </a:t>
            </a:r>
          </a:p>
          <a:p>
            <a:r>
              <a:rPr lang="sk-SK" sz="3200" dirty="0"/>
              <a:t>3. Predavačovi rýb odrátal posledné peniaz_. </a:t>
            </a:r>
          </a:p>
          <a:p>
            <a:r>
              <a:rPr lang="sk-SK" sz="3200" dirty="0"/>
              <a:t>4. Na tanier_ nás čakala chutná večera. </a:t>
            </a:r>
          </a:p>
          <a:p>
            <a:r>
              <a:rPr lang="sk-SK" sz="3200" dirty="0"/>
              <a:t>5. Pricvikol si prst_ na rukách. </a:t>
            </a:r>
          </a:p>
          <a:p>
            <a:r>
              <a:rPr lang="sk-SK" sz="3200" dirty="0"/>
              <a:t>6. Robotníci sypú do základ__ betón. </a:t>
            </a:r>
          </a:p>
          <a:p>
            <a:r>
              <a:rPr lang="sk-SK" sz="3200" dirty="0"/>
              <a:t>7. Dom___ sa rozliehal jeho mocný hlas. </a:t>
            </a:r>
          </a:p>
          <a:p>
            <a:r>
              <a:rPr lang="sk-SK" sz="3200" dirty="0"/>
              <a:t>8. Cez vetrák_ sa na povalu doplazil hustý dym. </a:t>
            </a:r>
          </a:p>
          <a:p>
            <a:r>
              <a:rPr lang="sk-SK" sz="3200" dirty="0"/>
              <a:t>9. Na večeru chystali zemiak_ s mäsom. </a:t>
            </a:r>
          </a:p>
        </p:txBody>
      </p:sp>
      <p:sp>
        <p:nvSpPr>
          <p:cNvPr id="18" name="BlokTextu 17">
            <a:extLst>
              <a:ext uri="{FF2B5EF4-FFF2-40B4-BE49-F238E27FC236}">
                <a16:creationId xmlns:a16="http://schemas.microsoft.com/office/drawing/2014/main" id="{0B608C4F-A0F6-4A86-BA5A-6786A0735355}"/>
              </a:ext>
            </a:extLst>
          </p:cNvPr>
          <p:cNvSpPr txBox="1"/>
          <p:nvPr/>
        </p:nvSpPr>
        <p:spPr>
          <a:xfrm>
            <a:off x="2832642" y="1687175"/>
            <a:ext cx="4896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200" b="1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19" name="BlokTextu 18">
            <a:extLst>
              <a:ext uri="{FF2B5EF4-FFF2-40B4-BE49-F238E27FC236}">
                <a16:creationId xmlns:a16="http://schemas.microsoft.com/office/drawing/2014/main" id="{F0EFA325-BE93-4EA3-B91A-C94099668E07}"/>
              </a:ext>
            </a:extLst>
          </p:cNvPr>
          <p:cNvSpPr txBox="1"/>
          <p:nvPr/>
        </p:nvSpPr>
        <p:spPr>
          <a:xfrm>
            <a:off x="6641643" y="2193985"/>
            <a:ext cx="4896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200" b="1" dirty="0">
                <a:solidFill>
                  <a:srgbClr val="FF0000"/>
                </a:solidFill>
              </a:rPr>
              <a:t>u</a:t>
            </a:r>
          </a:p>
        </p:txBody>
      </p:sp>
      <p:sp>
        <p:nvSpPr>
          <p:cNvPr id="20" name="BlokTextu 19">
            <a:extLst>
              <a:ext uri="{FF2B5EF4-FFF2-40B4-BE49-F238E27FC236}">
                <a16:creationId xmlns:a16="http://schemas.microsoft.com/office/drawing/2014/main" id="{76E62FB0-5CA7-4695-BB2A-6690C8D68CC6}"/>
              </a:ext>
            </a:extLst>
          </p:cNvPr>
          <p:cNvSpPr txBox="1"/>
          <p:nvPr/>
        </p:nvSpPr>
        <p:spPr>
          <a:xfrm>
            <a:off x="8217442" y="2662535"/>
            <a:ext cx="4896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200" b="1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21" name="BlokTextu 20">
            <a:extLst>
              <a:ext uri="{FF2B5EF4-FFF2-40B4-BE49-F238E27FC236}">
                <a16:creationId xmlns:a16="http://schemas.microsoft.com/office/drawing/2014/main" id="{0D4E8A0E-5B50-4EB6-A3D9-3CA00EFD90A8}"/>
              </a:ext>
            </a:extLst>
          </p:cNvPr>
          <p:cNvSpPr txBox="1"/>
          <p:nvPr/>
        </p:nvSpPr>
        <p:spPr>
          <a:xfrm>
            <a:off x="3218722" y="3136612"/>
            <a:ext cx="4896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2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22" name="BlokTextu 21">
            <a:extLst>
              <a:ext uri="{FF2B5EF4-FFF2-40B4-BE49-F238E27FC236}">
                <a16:creationId xmlns:a16="http://schemas.microsoft.com/office/drawing/2014/main" id="{29C4A631-6DA8-4AF3-B681-377B0121C534}"/>
              </a:ext>
            </a:extLst>
          </p:cNvPr>
          <p:cNvSpPr txBox="1"/>
          <p:nvPr/>
        </p:nvSpPr>
        <p:spPr>
          <a:xfrm>
            <a:off x="4163602" y="3656944"/>
            <a:ext cx="4896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200" b="1" dirty="0">
                <a:solidFill>
                  <a:srgbClr val="FF0000"/>
                </a:solidFill>
              </a:rPr>
              <a:t>y</a:t>
            </a:r>
          </a:p>
        </p:txBody>
      </p:sp>
      <p:sp>
        <p:nvSpPr>
          <p:cNvPr id="23" name="BlokTextu 22">
            <a:extLst>
              <a:ext uri="{FF2B5EF4-FFF2-40B4-BE49-F238E27FC236}">
                <a16:creationId xmlns:a16="http://schemas.microsoft.com/office/drawing/2014/main" id="{25B85DC3-6E5B-4E33-8000-6C26BD944C79}"/>
              </a:ext>
            </a:extLst>
          </p:cNvPr>
          <p:cNvSpPr txBox="1"/>
          <p:nvPr/>
        </p:nvSpPr>
        <p:spPr>
          <a:xfrm>
            <a:off x="5734321" y="4135735"/>
            <a:ext cx="72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200" b="1" dirty="0" err="1">
                <a:solidFill>
                  <a:srgbClr val="FF0000"/>
                </a:solidFill>
              </a:rPr>
              <a:t>ov</a:t>
            </a:r>
            <a:endParaRPr lang="sk-SK" sz="3200" b="1" dirty="0">
              <a:solidFill>
                <a:srgbClr val="FF0000"/>
              </a:solidFill>
            </a:endParaRPr>
          </a:p>
        </p:txBody>
      </p:sp>
      <p:sp>
        <p:nvSpPr>
          <p:cNvPr id="24" name="BlokTextu 23">
            <a:extLst>
              <a:ext uri="{FF2B5EF4-FFF2-40B4-BE49-F238E27FC236}">
                <a16:creationId xmlns:a16="http://schemas.microsoft.com/office/drawing/2014/main" id="{714E6ACF-38F3-4F34-8718-25F66DA27D96}"/>
              </a:ext>
            </a:extLst>
          </p:cNvPr>
          <p:cNvSpPr txBox="1"/>
          <p:nvPr/>
        </p:nvSpPr>
        <p:spPr>
          <a:xfrm>
            <a:off x="2488201" y="4586050"/>
            <a:ext cx="1178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200" b="1" dirty="0" err="1">
                <a:solidFill>
                  <a:srgbClr val="FF0000"/>
                </a:solidFill>
              </a:rPr>
              <a:t>om</a:t>
            </a:r>
            <a:endParaRPr lang="sk-SK" sz="3200" b="1" dirty="0">
              <a:solidFill>
                <a:srgbClr val="FF0000"/>
              </a:solidFill>
            </a:endParaRPr>
          </a:p>
        </p:txBody>
      </p:sp>
      <p:sp>
        <p:nvSpPr>
          <p:cNvPr id="25" name="BlokTextu 24">
            <a:extLst>
              <a:ext uri="{FF2B5EF4-FFF2-40B4-BE49-F238E27FC236}">
                <a16:creationId xmlns:a16="http://schemas.microsoft.com/office/drawing/2014/main" id="{8A7B65F8-27F6-49CF-8B47-1BF058CB418A}"/>
              </a:ext>
            </a:extLst>
          </p:cNvPr>
          <p:cNvSpPr txBox="1"/>
          <p:nvPr/>
        </p:nvSpPr>
        <p:spPr>
          <a:xfrm>
            <a:off x="3421922" y="5106382"/>
            <a:ext cx="4896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200" b="1" dirty="0">
                <a:solidFill>
                  <a:srgbClr val="FF0000"/>
                </a:solidFill>
              </a:rPr>
              <a:t>y</a:t>
            </a:r>
          </a:p>
        </p:txBody>
      </p:sp>
      <p:sp>
        <p:nvSpPr>
          <p:cNvPr id="26" name="BlokTextu 25">
            <a:extLst>
              <a:ext uri="{FF2B5EF4-FFF2-40B4-BE49-F238E27FC236}">
                <a16:creationId xmlns:a16="http://schemas.microsoft.com/office/drawing/2014/main" id="{C7AF0426-C312-4DD5-BAF4-0570EEB177EA}"/>
              </a:ext>
            </a:extLst>
          </p:cNvPr>
          <p:cNvSpPr txBox="1"/>
          <p:nvPr/>
        </p:nvSpPr>
        <p:spPr>
          <a:xfrm>
            <a:off x="5891801" y="5626715"/>
            <a:ext cx="4896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200" b="1" dirty="0">
                <a:solidFill>
                  <a:srgbClr val="FF0000"/>
                </a:solidFill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1879608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828CF1-C360-4EC7-99FE-2D72EF6AD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4"/>
            <a:ext cx="10178322" cy="1659775"/>
          </a:xfrm>
        </p:spPr>
        <p:txBody>
          <a:bodyPr>
            <a:noAutofit/>
          </a:bodyPr>
          <a:lstStyle/>
          <a:p>
            <a:r>
              <a:rPr lang="sk-SK" sz="3600" dirty="0">
                <a:latin typeface="Arial" panose="020B0604020202020204" pitchFamily="34" charset="0"/>
                <a:cs typeface="Arial" panose="020B0604020202020204" pitchFamily="34" charset="0"/>
              </a:rPr>
              <a:t>V texte doplň vhodné koncovky do slov.</a:t>
            </a:r>
          </a:p>
        </p:txBody>
      </p:sp>
      <p:sp>
        <p:nvSpPr>
          <p:cNvPr id="17" name="BlokTextu 16">
            <a:extLst>
              <a:ext uri="{FF2B5EF4-FFF2-40B4-BE49-F238E27FC236}">
                <a16:creationId xmlns:a16="http://schemas.microsoft.com/office/drawing/2014/main" id="{E4EB76E5-A70F-43F2-81D9-EF36036C35BD}"/>
              </a:ext>
            </a:extLst>
          </p:cNvPr>
          <p:cNvSpPr txBox="1"/>
          <p:nvPr/>
        </p:nvSpPr>
        <p:spPr>
          <a:xfrm>
            <a:off x="1251678" y="1905505"/>
            <a:ext cx="939600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3200" dirty="0"/>
              <a:t>10. Po dvor_ pobehovali sliepky. </a:t>
            </a:r>
          </a:p>
          <a:p>
            <a:r>
              <a:rPr lang="sk-SK" sz="3200" dirty="0"/>
              <a:t>11. Kvet_ vo váze nevydržali ani do západ_ slnka. </a:t>
            </a:r>
          </a:p>
          <a:p>
            <a:r>
              <a:rPr lang="sk-SK" sz="3200" dirty="0"/>
              <a:t>12. Na hrad_ sídlil múdry kráľ. </a:t>
            </a:r>
          </a:p>
          <a:p>
            <a:r>
              <a:rPr lang="sk-SK" sz="3200" dirty="0"/>
              <a:t>13. Celé rok_ spriadal veľké plán_. </a:t>
            </a:r>
          </a:p>
          <a:p>
            <a:r>
              <a:rPr lang="sk-SK" sz="3200" dirty="0"/>
              <a:t>14. Na breh_ potoka mlčky sedel rybár. </a:t>
            </a:r>
          </a:p>
          <a:p>
            <a:r>
              <a:rPr lang="sk-SK" sz="3200" dirty="0"/>
              <a:t>15. Na okraj_ les_ má líška svoj brloh.</a:t>
            </a:r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A0F103EE-975E-4636-99A6-7DDE91DFDA5B}"/>
              </a:ext>
            </a:extLst>
          </p:cNvPr>
          <p:cNvSpPr txBox="1"/>
          <p:nvPr/>
        </p:nvSpPr>
        <p:spPr>
          <a:xfrm>
            <a:off x="2629442" y="2403822"/>
            <a:ext cx="4896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200" b="1" dirty="0">
                <a:solidFill>
                  <a:srgbClr val="FF0000"/>
                </a:solidFill>
              </a:rPr>
              <a:t>y</a:t>
            </a: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8990C9CB-A027-43A1-888B-9AC28B4515DD}"/>
              </a:ext>
            </a:extLst>
          </p:cNvPr>
          <p:cNvSpPr txBox="1"/>
          <p:nvPr/>
        </p:nvSpPr>
        <p:spPr>
          <a:xfrm>
            <a:off x="3300002" y="3429000"/>
            <a:ext cx="4896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200" b="1" dirty="0">
                <a:solidFill>
                  <a:srgbClr val="FF0000"/>
                </a:solidFill>
              </a:rPr>
              <a:t>y</a:t>
            </a:r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EB937C41-F391-4BBD-9516-09111D9F72F0}"/>
              </a:ext>
            </a:extLst>
          </p:cNvPr>
          <p:cNvSpPr txBox="1"/>
          <p:nvPr/>
        </p:nvSpPr>
        <p:spPr>
          <a:xfrm>
            <a:off x="6642642" y="3428999"/>
            <a:ext cx="4896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200" b="1" dirty="0">
                <a:solidFill>
                  <a:srgbClr val="FF0000"/>
                </a:solidFill>
              </a:rPr>
              <a:t>y</a:t>
            </a: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04068B19-679D-4EF5-8C9C-69C570C002E9}"/>
              </a:ext>
            </a:extLst>
          </p:cNvPr>
          <p:cNvSpPr txBox="1"/>
          <p:nvPr/>
        </p:nvSpPr>
        <p:spPr>
          <a:xfrm>
            <a:off x="3119120" y="1926743"/>
            <a:ext cx="4896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200" b="1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2D09903A-EEC5-41F1-8DC6-7C4C6AF425A5}"/>
              </a:ext>
            </a:extLst>
          </p:cNvPr>
          <p:cNvSpPr txBox="1"/>
          <p:nvPr/>
        </p:nvSpPr>
        <p:spPr>
          <a:xfrm>
            <a:off x="3179081" y="2854843"/>
            <a:ext cx="4896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200" b="1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93ABED44-BD54-43DD-A0F3-02B692F39B52}"/>
              </a:ext>
            </a:extLst>
          </p:cNvPr>
          <p:cNvSpPr txBox="1"/>
          <p:nvPr/>
        </p:nvSpPr>
        <p:spPr>
          <a:xfrm>
            <a:off x="8033565" y="2403821"/>
            <a:ext cx="4896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200" b="1" dirty="0">
                <a:solidFill>
                  <a:srgbClr val="FF0000"/>
                </a:solidFill>
              </a:rPr>
              <a:t>u</a:t>
            </a:r>
          </a:p>
        </p:txBody>
      </p:sp>
      <p:sp>
        <p:nvSpPr>
          <p:cNvPr id="11" name="BlokTextu 10">
            <a:extLst>
              <a:ext uri="{FF2B5EF4-FFF2-40B4-BE49-F238E27FC236}">
                <a16:creationId xmlns:a16="http://schemas.microsoft.com/office/drawing/2014/main" id="{A441F956-532A-43B8-B939-BED13BCB0FFD}"/>
              </a:ext>
            </a:extLst>
          </p:cNvPr>
          <p:cNvSpPr txBox="1"/>
          <p:nvPr/>
        </p:nvSpPr>
        <p:spPr>
          <a:xfrm>
            <a:off x="3179081" y="3898359"/>
            <a:ext cx="4896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200" b="1" dirty="0">
                <a:solidFill>
                  <a:srgbClr val="FF0000"/>
                </a:solidFill>
              </a:rPr>
              <a:t>u</a:t>
            </a:r>
          </a:p>
        </p:txBody>
      </p:sp>
      <p:sp>
        <p:nvSpPr>
          <p:cNvPr id="12" name="BlokTextu 11">
            <a:extLst>
              <a:ext uri="{FF2B5EF4-FFF2-40B4-BE49-F238E27FC236}">
                <a16:creationId xmlns:a16="http://schemas.microsoft.com/office/drawing/2014/main" id="{79168783-23B5-4D5F-A902-EFA8607E9B72}"/>
              </a:ext>
            </a:extLst>
          </p:cNvPr>
          <p:cNvSpPr txBox="1"/>
          <p:nvPr/>
        </p:nvSpPr>
        <p:spPr>
          <a:xfrm>
            <a:off x="3300002" y="4357100"/>
            <a:ext cx="4896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2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3" name="BlokTextu 12">
            <a:extLst>
              <a:ext uri="{FF2B5EF4-FFF2-40B4-BE49-F238E27FC236}">
                <a16:creationId xmlns:a16="http://schemas.microsoft.com/office/drawing/2014/main" id="{B90CEEFE-BBAB-4DE0-A542-B9533FE9CC59}"/>
              </a:ext>
            </a:extLst>
          </p:cNvPr>
          <p:cNvSpPr txBox="1"/>
          <p:nvPr/>
        </p:nvSpPr>
        <p:spPr>
          <a:xfrm>
            <a:off x="4053840" y="4343513"/>
            <a:ext cx="4896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200" b="1" dirty="0">
                <a:solidFill>
                  <a:srgbClr val="FF0000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104287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4E4FDA0-7878-4EBF-ABFF-B50C6951C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k-SK" sz="5400" dirty="0">
                <a:latin typeface="Arial" panose="020B0604020202020204" pitchFamily="34" charset="0"/>
                <a:cs typeface="Arial" panose="020B0604020202020204" pitchFamily="34" charset="0"/>
              </a:rPr>
              <a:t>Urč gramatické kategórie a vzor podstatných mien.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7A89331-C49A-4B9E-A3BC-90B0DF783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9438" y="2296160"/>
            <a:ext cx="3838482" cy="441959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sk-SK" sz="6500" dirty="0">
                <a:solidFill>
                  <a:schemeClr val="tx1"/>
                </a:solidFill>
              </a:rPr>
              <a:t>na stole – </a:t>
            </a:r>
          </a:p>
          <a:p>
            <a:pPr marL="0" indent="0">
              <a:buNone/>
            </a:pPr>
            <a:r>
              <a:rPr lang="sk-SK" sz="6500" dirty="0">
                <a:solidFill>
                  <a:schemeClr val="tx1"/>
                </a:solidFill>
              </a:rPr>
              <a:t>odrátal peniaze –</a:t>
            </a:r>
          </a:p>
          <a:p>
            <a:pPr marL="0" indent="0">
              <a:buNone/>
            </a:pPr>
            <a:r>
              <a:rPr lang="sk-SK" sz="6500" dirty="0">
                <a:solidFill>
                  <a:schemeClr val="tx1"/>
                </a:solidFill>
              </a:rPr>
              <a:t>na tanieri – </a:t>
            </a:r>
          </a:p>
          <a:p>
            <a:pPr marL="0" indent="0">
              <a:buNone/>
            </a:pPr>
            <a:r>
              <a:rPr lang="sk-SK" sz="6500" dirty="0">
                <a:solidFill>
                  <a:schemeClr val="tx1"/>
                </a:solidFill>
              </a:rPr>
              <a:t>cez vetráky – </a:t>
            </a:r>
          </a:p>
          <a:p>
            <a:pPr marL="0" indent="0">
              <a:buNone/>
            </a:pPr>
            <a:r>
              <a:rPr lang="sk-SK" sz="6500" dirty="0">
                <a:solidFill>
                  <a:schemeClr val="tx1"/>
                </a:solidFill>
              </a:rPr>
              <a:t>po dvore – </a:t>
            </a:r>
          </a:p>
          <a:p>
            <a:pPr marL="0" indent="0">
              <a:buNone/>
            </a:pPr>
            <a:r>
              <a:rPr lang="sk-SK" sz="6500" dirty="0">
                <a:solidFill>
                  <a:schemeClr val="tx1"/>
                </a:solidFill>
              </a:rPr>
              <a:t>spriadal plány – </a:t>
            </a:r>
          </a:p>
          <a:p>
            <a:pPr marL="0" indent="0">
              <a:buNone/>
            </a:pPr>
            <a:r>
              <a:rPr lang="sk-SK" sz="6500" dirty="0">
                <a:solidFill>
                  <a:schemeClr val="tx1"/>
                </a:solidFill>
              </a:rPr>
              <a:t>celé roky - </a:t>
            </a:r>
          </a:p>
          <a:p>
            <a:pPr marL="0" indent="0">
              <a:buNone/>
            </a:pPr>
            <a:endParaRPr lang="sk-SK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sk-SK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sk-SK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sk-SK" sz="2800" dirty="0">
              <a:solidFill>
                <a:schemeClr val="tx1"/>
              </a:solidFill>
            </a:endParaRPr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E4F96AF9-DEC5-4B88-BFE9-820E9396613D}"/>
              </a:ext>
            </a:extLst>
          </p:cNvPr>
          <p:cNvSpPr txBox="1"/>
          <p:nvPr/>
        </p:nvSpPr>
        <p:spPr>
          <a:xfrm>
            <a:off x="3119120" y="2296160"/>
            <a:ext cx="5953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dirty="0">
                <a:solidFill>
                  <a:srgbClr val="0070C0"/>
                </a:solidFill>
              </a:rPr>
              <a:t>mužský rod</a:t>
            </a:r>
            <a:r>
              <a:rPr lang="sk-SK" sz="2800" dirty="0"/>
              <a:t>, </a:t>
            </a:r>
            <a:r>
              <a:rPr lang="sk-SK" sz="2800" dirty="0">
                <a:solidFill>
                  <a:schemeClr val="accent6">
                    <a:lumMod val="75000"/>
                  </a:schemeClr>
                </a:solidFill>
              </a:rPr>
              <a:t>neživotné</a:t>
            </a:r>
            <a:r>
              <a:rPr lang="sk-SK" sz="2800" dirty="0"/>
              <a:t>, </a:t>
            </a:r>
            <a:r>
              <a:rPr lang="sk-SK" sz="2800" dirty="0" err="1">
                <a:solidFill>
                  <a:srgbClr val="00B050"/>
                </a:solidFill>
              </a:rPr>
              <a:t>j.č</a:t>
            </a:r>
            <a:r>
              <a:rPr lang="sk-SK" sz="2800" dirty="0">
                <a:solidFill>
                  <a:srgbClr val="00B050"/>
                </a:solidFill>
              </a:rPr>
              <a:t>.</a:t>
            </a:r>
            <a:r>
              <a:rPr lang="sk-SK" sz="2800" dirty="0"/>
              <a:t>, </a:t>
            </a:r>
            <a:r>
              <a:rPr lang="sk-SK" sz="2800" dirty="0">
                <a:solidFill>
                  <a:srgbClr val="FF0000"/>
                </a:solidFill>
              </a:rPr>
              <a:t>L</a:t>
            </a:r>
            <a:r>
              <a:rPr lang="sk-SK" sz="2800" dirty="0"/>
              <a:t>, </a:t>
            </a:r>
            <a:r>
              <a:rPr lang="sk-SK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vzor DUB</a:t>
            </a:r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AC7AE9E2-BD7F-4573-8CD1-7DC6756F922C}"/>
              </a:ext>
            </a:extLst>
          </p:cNvPr>
          <p:cNvSpPr txBox="1"/>
          <p:nvPr/>
        </p:nvSpPr>
        <p:spPr>
          <a:xfrm>
            <a:off x="4450080" y="2905780"/>
            <a:ext cx="7193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dirty="0">
                <a:solidFill>
                  <a:srgbClr val="0070C0"/>
                </a:solidFill>
              </a:rPr>
              <a:t>mužský rod</a:t>
            </a:r>
            <a:r>
              <a:rPr lang="sk-SK" sz="2800" dirty="0"/>
              <a:t>, </a:t>
            </a:r>
            <a:r>
              <a:rPr lang="sk-SK" sz="2800" dirty="0">
                <a:solidFill>
                  <a:schemeClr val="accent6">
                    <a:lumMod val="75000"/>
                  </a:schemeClr>
                </a:solidFill>
              </a:rPr>
              <a:t>neživotné</a:t>
            </a:r>
            <a:r>
              <a:rPr lang="sk-SK" sz="2800" dirty="0"/>
              <a:t>, </a:t>
            </a:r>
            <a:r>
              <a:rPr lang="sk-SK" sz="2800" dirty="0" err="1">
                <a:solidFill>
                  <a:srgbClr val="00B050"/>
                </a:solidFill>
              </a:rPr>
              <a:t>množ.č</a:t>
            </a:r>
            <a:r>
              <a:rPr lang="sk-SK" sz="2800" dirty="0">
                <a:solidFill>
                  <a:srgbClr val="00B050"/>
                </a:solidFill>
              </a:rPr>
              <a:t>.</a:t>
            </a:r>
            <a:r>
              <a:rPr lang="sk-SK" sz="2800" dirty="0"/>
              <a:t>, </a:t>
            </a:r>
            <a:r>
              <a:rPr lang="sk-SK" sz="2800" dirty="0">
                <a:solidFill>
                  <a:srgbClr val="FF0000"/>
                </a:solidFill>
              </a:rPr>
              <a:t>A</a:t>
            </a:r>
            <a:r>
              <a:rPr lang="sk-SK" sz="2800" dirty="0"/>
              <a:t>, </a:t>
            </a:r>
            <a:r>
              <a:rPr lang="sk-SK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vzor STROJ</a:t>
            </a: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830F33F0-38ED-4D1A-BA9D-FD2CDFA780B4}"/>
              </a:ext>
            </a:extLst>
          </p:cNvPr>
          <p:cNvSpPr txBox="1"/>
          <p:nvPr/>
        </p:nvSpPr>
        <p:spPr>
          <a:xfrm>
            <a:off x="3363958" y="3500120"/>
            <a:ext cx="70500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dirty="0">
                <a:solidFill>
                  <a:srgbClr val="0070C0"/>
                </a:solidFill>
              </a:rPr>
              <a:t>mužský rod</a:t>
            </a:r>
            <a:r>
              <a:rPr lang="sk-SK" sz="2800" dirty="0"/>
              <a:t>, </a:t>
            </a:r>
            <a:r>
              <a:rPr lang="sk-SK" sz="2800" dirty="0">
                <a:solidFill>
                  <a:schemeClr val="accent6">
                    <a:lumMod val="75000"/>
                  </a:schemeClr>
                </a:solidFill>
              </a:rPr>
              <a:t>neživotné</a:t>
            </a:r>
            <a:r>
              <a:rPr lang="sk-SK" sz="2800" dirty="0"/>
              <a:t>, </a:t>
            </a:r>
            <a:r>
              <a:rPr lang="sk-SK" sz="2800" dirty="0" err="1">
                <a:solidFill>
                  <a:srgbClr val="00B050"/>
                </a:solidFill>
              </a:rPr>
              <a:t>j.č</a:t>
            </a:r>
            <a:r>
              <a:rPr lang="sk-SK" sz="2800" dirty="0">
                <a:solidFill>
                  <a:srgbClr val="00B050"/>
                </a:solidFill>
              </a:rPr>
              <a:t>.</a:t>
            </a:r>
            <a:r>
              <a:rPr lang="sk-SK" sz="2800" dirty="0"/>
              <a:t>, </a:t>
            </a:r>
            <a:r>
              <a:rPr lang="sk-SK" sz="2800" dirty="0">
                <a:solidFill>
                  <a:srgbClr val="FF0000"/>
                </a:solidFill>
              </a:rPr>
              <a:t>L</a:t>
            </a:r>
            <a:r>
              <a:rPr lang="sk-SK" sz="2800" dirty="0"/>
              <a:t>, </a:t>
            </a:r>
            <a:r>
              <a:rPr lang="sk-SK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vzor STROJ</a:t>
            </a:r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4BD777CD-60A1-443F-A62E-899BCF16FC9D}"/>
              </a:ext>
            </a:extLst>
          </p:cNvPr>
          <p:cNvSpPr txBox="1"/>
          <p:nvPr/>
        </p:nvSpPr>
        <p:spPr>
          <a:xfrm>
            <a:off x="3677920" y="4086856"/>
            <a:ext cx="7404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dirty="0">
                <a:solidFill>
                  <a:srgbClr val="0070C0"/>
                </a:solidFill>
              </a:rPr>
              <a:t>mužský rod</a:t>
            </a:r>
            <a:r>
              <a:rPr lang="sk-SK" sz="2800" dirty="0"/>
              <a:t>, </a:t>
            </a:r>
            <a:r>
              <a:rPr lang="sk-SK" sz="2800" dirty="0">
                <a:solidFill>
                  <a:schemeClr val="accent6">
                    <a:lumMod val="75000"/>
                  </a:schemeClr>
                </a:solidFill>
              </a:rPr>
              <a:t>neživotné</a:t>
            </a:r>
            <a:r>
              <a:rPr lang="sk-SK" sz="2800" dirty="0"/>
              <a:t>, </a:t>
            </a:r>
            <a:r>
              <a:rPr lang="sk-SK" sz="2800" dirty="0">
                <a:solidFill>
                  <a:srgbClr val="00B050"/>
                </a:solidFill>
              </a:rPr>
              <a:t>množ. č.</a:t>
            </a:r>
            <a:r>
              <a:rPr lang="sk-SK" sz="2800" dirty="0"/>
              <a:t>, </a:t>
            </a:r>
            <a:r>
              <a:rPr lang="sk-SK" sz="2800" dirty="0">
                <a:solidFill>
                  <a:srgbClr val="FF0000"/>
                </a:solidFill>
              </a:rPr>
              <a:t>A</a:t>
            </a:r>
            <a:r>
              <a:rPr lang="sk-SK" sz="2800" dirty="0"/>
              <a:t>, </a:t>
            </a:r>
            <a:r>
              <a:rPr lang="sk-SK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vzor DUB</a:t>
            </a: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D90A72E6-CE84-48DF-92AD-43095B02A0C9}"/>
              </a:ext>
            </a:extLst>
          </p:cNvPr>
          <p:cNvSpPr txBox="1"/>
          <p:nvPr/>
        </p:nvSpPr>
        <p:spPr>
          <a:xfrm>
            <a:off x="3363958" y="4625296"/>
            <a:ext cx="5953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dirty="0">
                <a:solidFill>
                  <a:srgbClr val="0070C0"/>
                </a:solidFill>
              </a:rPr>
              <a:t>mužský rod</a:t>
            </a:r>
            <a:r>
              <a:rPr lang="sk-SK" sz="2800" dirty="0"/>
              <a:t>, </a:t>
            </a:r>
            <a:r>
              <a:rPr lang="sk-SK" sz="2800" dirty="0">
                <a:solidFill>
                  <a:schemeClr val="accent6">
                    <a:lumMod val="75000"/>
                  </a:schemeClr>
                </a:solidFill>
              </a:rPr>
              <a:t>neživotné</a:t>
            </a:r>
            <a:r>
              <a:rPr lang="sk-SK" sz="2800" dirty="0"/>
              <a:t>, </a:t>
            </a:r>
            <a:r>
              <a:rPr lang="sk-SK" sz="2800" dirty="0" err="1">
                <a:solidFill>
                  <a:srgbClr val="00B050"/>
                </a:solidFill>
              </a:rPr>
              <a:t>j.č</a:t>
            </a:r>
            <a:r>
              <a:rPr lang="sk-SK" sz="2800" dirty="0">
                <a:solidFill>
                  <a:srgbClr val="00B050"/>
                </a:solidFill>
              </a:rPr>
              <a:t>.</a:t>
            </a:r>
            <a:r>
              <a:rPr lang="sk-SK" sz="2800" dirty="0"/>
              <a:t>, </a:t>
            </a:r>
            <a:r>
              <a:rPr lang="sk-SK" sz="2800" dirty="0">
                <a:solidFill>
                  <a:srgbClr val="FF0000"/>
                </a:solidFill>
              </a:rPr>
              <a:t>L</a:t>
            </a:r>
            <a:r>
              <a:rPr lang="sk-SK" sz="2800" dirty="0"/>
              <a:t>, </a:t>
            </a:r>
            <a:r>
              <a:rPr lang="sk-SK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vzor DUB</a:t>
            </a:r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36B5759F-3CAC-4ED5-B75A-92506234394B}"/>
              </a:ext>
            </a:extLst>
          </p:cNvPr>
          <p:cNvSpPr txBox="1"/>
          <p:nvPr/>
        </p:nvSpPr>
        <p:spPr>
          <a:xfrm>
            <a:off x="4155938" y="5218384"/>
            <a:ext cx="68067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dirty="0">
                <a:solidFill>
                  <a:srgbClr val="0070C0"/>
                </a:solidFill>
              </a:rPr>
              <a:t>mužský rod</a:t>
            </a:r>
            <a:r>
              <a:rPr lang="sk-SK" sz="2800" dirty="0"/>
              <a:t>, </a:t>
            </a:r>
            <a:r>
              <a:rPr lang="sk-SK" sz="2800" dirty="0">
                <a:solidFill>
                  <a:schemeClr val="accent6">
                    <a:lumMod val="75000"/>
                  </a:schemeClr>
                </a:solidFill>
              </a:rPr>
              <a:t>neživotné</a:t>
            </a:r>
            <a:r>
              <a:rPr lang="sk-SK" sz="2800" dirty="0"/>
              <a:t>, </a:t>
            </a:r>
            <a:r>
              <a:rPr lang="sk-SK" sz="2800" dirty="0">
                <a:solidFill>
                  <a:srgbClr val="00B050"/>
                </a:solidFill>
              </a:rPr>
              <a:t>množ. č.</a:t>
            </a:r>
            <a:r>
              <a:rPr lang="sk-SK" sz="2800" dirty="0"/>
              <a:t>, </a:t>
            </a:r>
            <a:r>
              <a:rPr lang="sk-SK" sz="2800" dirty="0">
                <a:solidFill>
                  <a:srgbClr val="FF0000"/>
                </a:solidFill>
              </a:rPr>
              <a:t>A</a:t>
            </a:r>
            <a:r>
              <a:rPr lang="sk-SK" sz="2800" dirty="0"/>
              <a:t>, </a:t>
            </a:r>
            <a:r>
              <a:rPr lang="sk-SK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vzor DUB</a:t>
            </a: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A0BEF523-3F11-4FEE-BFAC-1E052642BF04}"/>
              </a:ext>
            </a:extLst>
          </p:cNvPr>
          <p:cNvSpPr txBox="1"/>
          <p:nvPr/>
        </p:nvSpPr>
        <p:spPr>
          <a:xfrm>
            <a:off x="3241040" y="5831704"/>
            <a:ext cx="6806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dirty="0">
                <a:solidFill>
                  <a:srgbClr val="0070C0"/>
                </a:solidFill>
              </a:rPr>
              <a:t>mužský rod</a:t>
            </a:r>
            <a:r>
              <a:rPr lang="sk-SK" sz="2800" dirty="0"/>
              <a:t>, </a:t>
            </a:r>
            <a:r>
              <a:rPr lang="sk-SK" sz="2800" dirty="0">
                <a:solidFill>
                  <a:schemeClr val="accent6">
                    <a:lumMod val="75000"/>
                  </a:schemeClr>
                </a:solidFill>
              </a:rPr>
              <a:t>neživotné</a:t>
            </a:r>
            <a:r>
              <a:rPr lang="sk-SK" sz="2800" dirty="0"/>
              <a:t>, </a:t>
            </a:r>
            <a:r>
              <a:rPr lang="sk-SK" sz="2800" dirty="0">
                <a:solidFill>
                  <a:srgbClr val="00B050"/>
                </a:solidFill>
              </a:rPr>
              <a:t>množ. č.</a:t>
            </a:r>
            <a:r>
              <a:rPr lang="sk-SK" sz="2800" dirty="0"/>
              <a:t>, </a:t>
            </a:r>
            <a:r>
              <a:rPr lang="sk-SK" sz="2800" dirty="0">
                <a:solidFill>
                  <a:srgbClr val="FF0000"/>
                </a:solidFill>
              </a:rPr>
              <a:t>N</a:t>
            </a:r>
            <a:r>
              <a:rPr lang="sk-SK" sz="2800" dirty="0"/>
              <a:t>, </a:t>
            </a:r>
            <a:r>
              <a:rPr lang="sk-SK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vzor DUB</a:t>
            </a:r>
          </a:p>
        </p:txBody>
      </p:sp>
    </p:spTree>
    <p:extLst>
      <p:ext uri="{BB962C8B-B14F-4D97-AF65-F5344CB8AC3E}">
        <p14:creationId xmlns:p14="http://schemas.microsoft.com/office/powerpoint/2010/main" val="836404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theme/theme1.xml><?xml version="1.0" encoding="utf-8"?>
<a:theme xmlns:a="http://schemas.openxmlformats.org/drawingml/2006/main" name="Odznak">
  <a:themeElements>
    <a:clrScheme name="Odznak">
      <a:dk1>
        <a:sysClr val="windowText" lastClr="000000"/>
      </a:dk1>
      <a:lt1>
        <a:sysClr val="window" lastClr="FFFFFF"/>
      </a:lt1>
      <a:dk2>
        <a:srgbClr val="0B082E"/>
      </a:dk2>
      <a:lt2>
        <a:srgbClr val="F3F3F2"/>
      </a:lt2>
      <a:accent1>
        <a:srgbClr val="62B4C6"/>
      </a:accent1>
      <a:accent2>
        <a:srgbClr val="1B376E"/>
      </a:accent2>
      <a:accent3>
        <a:srgbClr val="9EBE55"/>
      </a:accent3>
      <a:accent4>
        <a:srgbClr val="C65E5E"/>
      </a:accent4>
      <a:accent5>
        <a:srgbClr val="D3BA55"/>
      </a:accent5>
      <a:accent6>
        <a:srgbClr val="96648A"/>
      </a:accent6>
      <a:hlink>
        <a:srgbClr val="62B4C6"/>
      </a:hlink>
      <a:folHlink>
        <a:srgbClr val="96648A"/>
      </a:folHlink>
    </a:clrScheme>
    <a:fontScheme name="Odznak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dzn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D71F8F05-6246-47AF-9E68-E57F6C93F7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Odznak</Template>
  <TotalTime>415</TotalTime>
  <Words>2014</Words>
  <Application>Microsoft Macintosh PowerPoint</Application>
  <PresentationFormat>Širokouhlá</PresentationFormat>
  <Paragraphs>554</Paragraphs>
  <Slides>36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36</vt:i4>
      </vt:variant>
    </vt:vector>
  </HeadingPairs>
  <TitlesOfParts>
    <vt:vector size="40" baseType="lpstr">
      <vt:lpstr>Arial</vt:lpstr>
      <vt:lpstr>Gill Sans MT</vt:lpstr>
      <vt:lpstr>Impact</vt:lpstr>
      <vt:lpstr>Odznak</vt:lpstr>
      <vt:lpstr>Podstatné mená mužského rodu</vt:lpstr>
      <vt:lpstr>opakovanie</vt:lpstr>
      <vt:lpstr>Prezentácia programu PowerPoint</vt:lpstr>
      <vt:lpstr>Prezentácia programu PowerPoint</vt:lpstr>
      <vt:lpstr>Vzor chlap</vt:lpstr>
      <vt:lpstr>Vzor chlap</vt:lpstr>
      <vt:lpstr>Vzor chlap</vt:lpstr>
      <vt:lpstr>Urč, či je podstatné meno životné alebo neživotné.</vt:lpstr>
      <vt:lpstr>Vyskloňuj podstatné meno kuchár.</vt:lpstr>
      <vt:lpstr>Vyskloňuj podstatné meno kuchár.</vt:lpstr>
      <vt:lpstr>Prezentácia programu PowerPoint</vt:lpstr>
      <vt:lpstr>Vzor hrdina</vt:lpstr>
      <vt:lpstr>Vzor hrdina</vt:lpstr>
      <vt:lpstr>Vzor hrdina</vt:lpstr>
      <vt:lpstr>Vyskloňuj podstatné meno ROZHODCA.</vt:lpstr>
      <vt:lpstr>Vyskloňuj podstatné meno ROZHODCA.</vt:lpstr>
      <vt:lpstr>Urč rod, životnosť a vzor podstatných mien.</vt:lpstr>
      <vt:lpstr>Urč rod, životnosť a vzor podstatných mien.</vt:lpstr>
      <vt:lpstr>Nájdi vo vete podstatné meno a urč jeho gramatické kategórie a vzor.</vt:lpstr>
      <vt:lpstr>Nájdi vo vete podstatné meno a urč jeho gramatické kategórie a vzor.</vt:lpstr>
      <vt:lpstr>urč gramatické kategórie a vzor PODSTATNÝCH MIEN.</vt:lpstr>
      <vt:lpstr>urč gramatické kategórie a vzor PODSTATNÝCH MIEN.</vt:lpstr>
      <vt:lpstr>Vzor DUB</vt:lpstr>
      <vt:lpstr>Vzor DUB</vt:lpstr>
      <vt:lpstr>Vzor DUB</vt:lpstr>
      <vt:lpstr>Vzor DUB</vt:lpstr>
      <vt:lpstr>Postup pri určovaní vzoru:</vt:lpstr>
      <vt:lpstr>URČ VZORY PODSTATNýCH MIEN.</vt:lpstr>
      <vt:lpstr>Vzor STROJ</vt:lpstr>
      <vt:lpstr>Vzor STROJ</vt:lpstr>
      <vt:lpstr>Vzor STROJ</vt:lpstr>
      <vt:lpstr>Vzor STROJ</vt:lpstr>
      <vt:lpstr>Urč, či je podstatné meno zakončené na tvrdú, mäkkú alebo obojakú spoluhlásku.</vt:lpstr>
      <vt:lpstr>V texte doplň vhodné koncovky do slov.</vt:lpstr>
      <vt:lpstr>V texte doplň vhodné koncovky do slov.</vt:lpstr>
      <vt:lpstr>Urč gramatické kategórie a vzor podstatných mien.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Podstatné mená mužského rodu</dc:title>
  <dc:creator>Dominika Gulyásová</dc:creator>
  <cp:lastModifiedBy>Mgr. Michal Sivák</cp:lastModifiedBy>
  <cp:revision>30</cp:revision>
  <dcterms:created xsi:type="dcterms:W3CDTF">2021-11-27T14:39:05Z</dcterms:created>
  <dcterms:modified xsi:type="dcterms:W3CDTF">2026-09-28T08:28:50Z</dcterms:modified>
</cp:coreProperties>
</file>